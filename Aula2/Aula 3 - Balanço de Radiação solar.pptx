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  <p:sldMasterId id="2147483672" r:id="rId3"/>
    <p:sldMasterId id="2147483660" r:id="rId4"/>
  </p:sldMasterIdLst>
  <p:notesMasterIdLst>
    <p:notesMasterId r:id="rId16"/>
  </p:notesMasterIdLst>
  <p:sldIdLst>
    <p:sldId id="349" r:id="rId5"/>
    <p:sldId id="1158" r:id="rId6"/>
    <p:sldId id="1145" r:id="rId7"/>
    <p:sldId id="1157" r:id="rId8"/>
    <p:sldId id="610" r:id="rId9"/>
    <p:sldId id="1159" r:id="rId10"/>
    <p:sldId id="1160" r:id="rId11"/>
    <p:sldId id="1138" r:id="rId12"/>
    <p:sldId id="1139" r:id="rId13"/>
    <p:sldId id="510" r:id="rId14"/>
    <p:sldId id="511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FD4443E-F989-4FC4-A0C8-D5A2AF1F390B}" styleName="Estilo Escuro 1 - Ênfase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06" autoAdjust="0"/>
    <p:restoredTop sz="89767" autoAdjust="0"/>
  </p:normalViewPr>
  <p:slideViewPr>
    <p:cSldViewPr snapToGrid="0">
      <p:cViewPr varScale="1">
        <p:scale>
          <a:sx n="65" d="100"/>
          <a:sy n="65" d="100"/>
        </p:scale>
        <p:origin x="1050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1AB21-CB18-49EA-AA01-AB470F10C30E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7C62E-93D3-4EBA-8EA9-A1E9D1AAA7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951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195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934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0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pt-BR" dirty="0"/>
              <a:t>21/12 </a:t>
            </a:r>
            <a:r>
              <a:rPr lang="pt-BR" dirty="0" err="1"/>
              <a:t>verao</a:t>
            </a:r>
            <a:endParaRPr lang="pt-BR" dirty="0"/>
          </a:p>
          <a:p>
            <a:r>
              <a:rPr lang="pt-BR" dirty="0"/>
              <a:t>21/03 outono</a:t>
            </a:r>
          </a:p>
          <a:p>
            <a:r>
              <a:rPr lang="pt-BR" dirty="0"/>
              <a:t>21/6 inverno</a:t>
            </a:r>
          </a:p>
          <a:p>
            <a:r>
              <a:rPr lang="pt-BR" dirty="0"/>
              <a:t>21/09 primavera</a:t>
            </a:r>
          </a:p>
        </p:txBody>
      </p:sp>
    </p:spTree>
    <p:extLst>
      <p:ext uri="{BB962C8B-B14F-4D97-AF65-F5344CB8AC3E}">
        <p14:creationId xmlns:p14="http://schemas.microsoft.com/office/powerpoint/2010/main" val="3692200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707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853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937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5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5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5135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7C62E-93D3-4EBA-8EA9-A1E9D1AAA773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411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118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133985"/>
            <a:ext cx="10515600" cy="727075"/>
          </a:xfrm>
          <a:solidFill>
            <a:schemeClr val="lt1">
              <a:alpha val="0"/>
            </a:schemeClr>
          </a:solidFill>
          <a:ln w="317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defRPr sz="28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036320"/>
            <a:ext cx="10515600" cy="582168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12747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57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7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73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096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60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38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76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00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59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625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882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628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489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332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572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340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262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13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057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6872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624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7215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0464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09381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126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7220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1778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970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63323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745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30466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00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8567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8356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6580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7484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929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3009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6590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9016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341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68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5000">
              <a:schemeClr val="bg1"/>
            </a:gs>
            <a:gs pos="100000">
              <a:schemeClr val="bg1">
                <a:shade val="63000"/>
                <a:satMod val="12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6C3D7-4EDD-4556-890E-BBB4AF279D6F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28141-69E6-45AE-9225-C4F30C27AA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10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47D71-1415-4B9A-BF9A-C29AD2B7720A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30A7C-DF78-4C4D-9E00-0BA490E0A7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435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95000">
              <a:schemeClr val="bg1"/>
            </a:gs>
            <a:gs pos="100000">
              <a:schemeClr val="bg1">
                <a:shade val="63000"/>
                <a:satMod val="12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978BE-A1D2-47FB-A3C5-EA6620AE29A6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0819E-375E-4936-9B09-4F67F09FB1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10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95000">
              <a:schemeClr val="bg1"/>
            </a:gs>
            <a:gs pos="100000">
              <a:schemeClr val="bg1">
                <a:shade val="63000"/>
                <a:satMod val="12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478C7-C77B-480E-9F61-9DECC9B027F1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73ACC-D26F-4D30-ABC5-4F8B9A31A1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06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felipe.schwerz@ufla.br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gif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gi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289175" y="204015"/>
            <a:ext cx="8407857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UNIVERSIDADE FEDERAL DE LAVRAS</a:t>
            </a:r>
          </a:p>
          <a:p>
            <a:pPr algn="ctr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DEPARTAMENTO DE ENGENHARIA AGRÍCOLA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411490" y="2906396"/>
            <a:ext cx="9036842" cy="2066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Prof. Felipe Schwerz</a:t>
            </a:r>
          </a:p>
          <a:p>
            <a:pPr algn="ctr">
              <a:lnSpc>
                <a:spcPct val="150000"/>
              </a:lnSpc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felipe.schwerz@ufla.br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Sala: DEA, Bloco 1</a:t>
            </a:r>
          </a:p>
        </p:txBody>
      </p:sp>
      <p:sp>
        <p:nvSpPr>
          <p:cNvPr id="9" name="Retângulo 8"/>
          <p:cNvSpPr/>
          <p:nvPr/>
        </p:nvSpPr>
        <p:spPr>
          <a:xfrm>
            <a:off x="9953652" y="6357982"/>
            <a:ext cx="285752" cy="42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AutoShape 2" descr="data:image/jpeg;base64,/9j/4AAQSkZJRgABAQAAAQABAAD/2wCEAAkGBxQSEhUUExQWFhUXGB4bFhgYGB0aHBocGxoeGhocGiAdICggHRwlHBobITEiJSkrLi4uFx8zODMsNygtLisBCgoKDg0OGxAQGzQmICQsLCwsLCwsLywsLCwsLCwsLDQsLC8sLDQvLCwsLCwsLCwsLywsLCwsLCwsLCwsLCwsLP/AABEIAMIBAwMBIgACEQEDEQH/xAAcAAACAwEBAQEAAAAAAAAAAAAEBQIDBgABBwj/xABCEAACAQIEBAMGAwYFAwMFAAABAhEDIQAEEjEFQVFhInGBBhMykaGxQsHwFCNSYtHhFTOCkvEHcqIkQ9IWFzSywv/EABkBAAMBAQEAAAAAAAAAAAAAAAECAwAEBf/EADIRAAICAQIEAwgBAwUAAAAAAAABAhEDITEEEkFREzLwQmFxgZGhscEiM+HxFCNSctH/2gAMAwEAAhEDEQA/APlHvDti+gZPhJnly+RnrgKR9cW0TBkGMdTWgqDK1XWxBLTEXbVfz6f1x4AoI7WM7f1/QxGpUlQO0G3f+h3xBR8+pwvQIxoZglvCwSN+Qv0Edf8AnGgyvFNCEVaiuDsyjYk3BPltyibXxlAoAF5PIT9f7YY5aitRTIAdRNmI1TyMTN4uL2545ckVv+gpGs4xxNTSYKqMzDSNQ2JAB35gGduYxmK/D8wq6mBIIBMKI7A6dvWBbCzxkiYIHLVsN7DkPTmes4sovUaEUkj+HUY8yJvOHxQcFVoN3uXZTIVKsaQo3IJ5gfOBbsPyHekVMTJ5wf1OCc9m61QFWAAJvpVYMWFxvEYZcDycSuhC5A8VVCyre5A6gDnY/e/iOKtg5b2EwbkcSsJuf1+eGea4cUBVwwnV7sin8RXVGx2MmRuAgsYjCirUEm3aDvO3mDh45FLYVxoaHQlFWkNrmAVUn+abzHb1wszFQlyx8RYliYgSTfGl41Tp1XpJl0VTUQtBhSDyDMLCAzG2+gdRhHxvKNRaHYF52VgQo5bG3YeuIY5p/FjyiSy2QqMxUCG3g2i07na3PEqqMjmns4iWDSCCszO0XHzwvy2YIEaiLyLmAewGG9Pinjkz/l+7eYOoC958gAew7YMnNMCogKoUHUxLRYAgie58umJZfPvsATJ2j89/rbEM3mEKU1GkGSWtsDcXUeIAeG8XGI8OZ/jUCF/HEbdf7+vOVu4219Q9SGdVkvuP+4THQgXHrGIU85H4YPrt2g4K4pn2rMLbAgAFOs2AFrRe+2FTjnBi4E9u+Kw1j/IDXYKFZnYmzEmfFafti5asRAKmOtj3iLYq4VnPctq0gndTeVMEWjfe4PQbYOqpTILqtoBEtPSZJMzJ2g7b4WcqdVoFIeeyeeqM+gOVnlqgdyRzMD1xt/2hhoDNO5MDcAbc53+mPmPslVArAaoPIEEgkcrHeDz6Y+jtSKuv/a5kDqVuZ8vvjzuJSU/kPDVBwrT1A8o59+W+3mDj01AdjtsZ/v8AqDgNhf4Y8tz17R88QNaxsJ6a5H2BnHL8ClBxcRv8rz9cQLxuZvb9TgOo082HOLi3mZnynHgqBbzUA2AINvSCI23PLlzwKC9cc/ynHhv38j+ueBBmRLSfD3ItHaJ+++IvVB+I6pIgNpt5cz1vg6goONaP+fXlz/V8UjM+nY/LcjtiqReCJ252PeTPpbFVSsRAII5AqNU258h59jjI1BQqdd/Mf0x2BvfBbHQD01afpyx5ghpHxMKqsQfEBaRYT2ncf1wZwzhhrtCdCeZMDnYRHy7Tjd5jgWUABKA3LkgxcxAEQdIOwBA+uM9xPhDUiBTMLpA1BipkDxEwZM+vw49CPFRnpHf3keRi8ZIBZ1SIEgDmW0fe8jkeWGR9mGZFem6t4fEAH3H+nfrP1tjOM5DMAbNG03htzN9ifkMbPhXtEtLwoGbV4m8JOkiwCi1tMSbbc8NleRL+I0V7gRPZkopqv4tNygJFhBbYSYEwBBmPVlwvhdGo8awAlmGlIjSJE6QWMwAxN/GcdxH24gaaKAtJuxBT5RLfMYScE49VolgIYVCDB31WAvvsAN8SUOInBt6PoUikaev7OUdSuK25UEDSTdgs6ibW7YO/+nKaqRTqTJBgssSCSLhSReTzg9cIG9oRUgN4DqTeCtmUm8dueG71vDrLKV0kzKXjp1t0xzShmjSZVQiVP7PU0dXgrpkwGm97amExfDKkaYBsyk7kXPTYAHbnjOU/amiafvCGAD6dIALTEgxrHhI59QRgih7SUak6dYCxqZ4UAzYCKjTby5erSx5mtUwp49g7juTpvRLpWYGmfeLKxcSTtfYnbGY4jlkXMUS7L41GsiIDq5BB9ABPOOYM4cV+MZeDFQSbRJPnut8ZLjqjUpRxUGnSDHigWAadyBYNGwHScdHDRndO+omWMVqjRcK0FjUG1OkiSL3IllgdCBf+a5wFxemKje+pAMR8RIkWttFzy53HzjwnMU6aqiQzEeKx3jxSbCOXpg/K1abgM9RZH4Spt0IE+Lzm3ScU/kpWkZpctNgNPhTrSlmVWLEta4FrAz9BHnhFUoAvCy4LAAxdiYFvUwMbBqauZ1wDbw6hP+4bct8KfaDKBKYdRPjAYzMjlt3Avg48j5qfUWeLSxXlaco1XSCFZVAJMMWBsBeYsTfbzwzyNJqqe7NUqhuqwuksLkGCOpjzwx4f7P1KmVogcv3gMA/Hy36RuOWLafC66P8AvaZEXVlJifwyd7b39MaWeLunqjeDJdBPT4aVqDxRJjVBIXxQQ2kkzF7TYnBOe4ejNopskE+CdWrVrZQp28Ri4I/h6Ys4lw2qQGd76wJnw+MgW9SBt3jbC+mBTzwECoEe/UkAAwF3h+gvpna+Mp838r2RNquhdmOCVFPuyAIdRrMgHUIgGLgNawm4nsbxv2bqU0BRSwkiRcgT4ZgdLSe2N7l0FSmrhdOoTpcFWHmORnHjIRs0eU/1xxLjHJqnsU8OL2MTkvY2uFV5UODdGgjsZFj5YPy/7cvwEVGBOuTYDW6gAGIHgblG2NWGcXBBHkJ+2+FfCM8PGxEbX5Xl/wD+/rg/6jJJNtJg8Oi5eMVFX97lqob+QK4NtybX9BvgKt7SUdXjWpTBB8TJEdhI57+vrhv+3Keh7bxiNd1IIYG+9rfYA45lV6w+j/yNysVrxXLNAWsqyJ6HlE7rPOCPTF752moJNenEwNJANtge+/TcWxF8khHhiOcrI6YAbgFJre6We3h+xxZQg+r9fQNMc6mYag09/CZE+Y5Dl3xJkYAkz5RER5gk/ba2M+eDQw0mqkcgxgf7sFJkqsALmKo6k6WPzjCvHWz9fcFDJ0tBN+oIHzsB9sUCraNVxPwMpg+bH6ffFRfNIIWupt+On5Rux+3PFVXiOehf8mRYkFr+YiJwqjL3fX+wBgkxtUHrP548wiqZ7PSZFWf5dEekvjsN4cvd9QX7jEPxytUCou8yY5kknYchJxPN8UaqNLPI5gCJgyJ574vqZP3y/wDpcnXeditN2UcjpAkMf74tyPBgpiqPFYFSCIm5DDeQAd8epGOOKvlr8mhFtgeRos5imgjaTsPM8uuPc8rglFJKxJABHq3M2vJm0Xxo0dUUEkKseQAIkj5aR/qwPW4pSpyRF7/wgnedpa/QGy98ZZJN6Iu4RS1YmyPC3cxpI7kbfrph5+zZfLjxkM0X5n0A+/8AW1WYq1Wpo+qEqSVC7wLXJvNz03OBhQAFxvvN/njT53o/sJHJCO33Df8AEcrXQLVR6FUE/wDqFGtXHL31MXDctaSTMkYWV8o6KTIak1mam0qfMi6nswB7YnoCwYBjkbz54g9YFlK+F4hivh5n+GBGmNsNBunROUlepTlcllSP3rVaTdoZY67T+vQVgUAdKDUoNmaZPcgRH0wXneGhaVJ5J16hB/lMWwsNMA21T05+nUYeveCxhTzNPTencbQ0T85k4X1a/vLT4RJAnYdu+LatMAaqh5eELB57NeQO8HaBywDVrgxCwO3Pue/pgwinqhJyextVR6tEMgaqSJWWkAzEGTuLjyAwu4X7O5moVLA06ZuWkEkHmoHXv1wiynEKoIio6RHwkgx0kfq+GeV4rVUADMVFFv8A3W6Cw5bdhibhKCaiy0ZRm9Te5l6VJP3jQotLDt0/oMZP2k4ll2pMlGCzMv4dIsZJkgdI9cecY9pBmaaU9D6hudW/mOfr9cI8lUph9Tgkd5PzI/pieHE4rmlv2HySvRbG/wCF5UVadMU2FlAYhlbTAFpBj5Ti/MZfOUibqyA7yRA7iWn0XCTKcWprTKq4plyJAJPhIM7KqJFhAmZuRGGy+2/uU93l1QCRLaZZvPTa5/XPEZQk3t6+JRWtivMVK2Yo1A2XYeGQ2i/MBvw3UwYI6b3hPwXJ0aymtXQ+KozKbwF1FolhB8TGTPToMR4x7X5qoP8A8ioCZBUWsZ3JM+kDCnhHEHowvvWCc1RiLfYDn1xaOB8jS0+BOU25a6n0XL5lNKqlRQBYCCIEGLi0YI9+3IAyRdYYd+h2xlMpkVrHUjLuQNRCEgXJWZJA/iFuW+GeT4bUYeAsQDc6tXLa4jnjz8nCw6Mek94/QdNxAICfhIv4gV2/X1wD7MVSKRkLuokEj4aaIeXVTgTiq11oVIJMKRDCe3WPpivhuadKctSVrsZVoN2LbmI3wi4dqDp9QPGr3o0zKjCQBiHuO/yP9MKqfEKcDVrpkbk3FurHBWXrK11qUzJ5+HtuZmwxB48sTeFPo7CPdmd8erTInr3jAlWowYwDAHKCOW2IDiJUAm1vxAj+mDcmK4yW6C2bqPpiomNsMRXQj4h6jENCtsRfob4RToSxYx+nUf3xE6Z5fb74ZNw0dvkflil+GIDGoA9J6fU4os0H1NzIAJp/qP6Y7FlTKKDBKT/3D+uOxdU0G13PmPCvaPM5ddKVWVVAClRTOkXtBUhp6nFVTjtRgSovs0RMkQTYQBA5Ab49q8GjLuyFmddJcEFTHMKLzpYr5h52xVwbJuXqIAJUwbj4r2HU2OPWc8clzI54Sa0TBqleq5k6h30yb9yZHpGICgZlgfMkD74Nr5tVkFrg8to6zgSnmlvA59MUjJvoaSSNX7wfsmX7ax/5YGavhQeIuUVAIAJInvip828bjGldunuBONajR8ydJMCPPePTFi5N9IcadJAbczET/Dv64zbkkyTi5apiNVoj/wAdP9/PBiklSFlK2abNZgGhljyV3J7Ak4Q8Qu4I6D88DGpaC5t3x6Ky9frjPoG1qSJ/XPHgU479pXHftXT7Ywpcik72/XLBuXWmAAwI8O4Y35ieg7AYAp1HJgIxPTQSftjnFYAeB9JAKyDBHIjCuDYU2NaLZdlIY1A3VVUKQOXM8pnTgFsupnSW7AgdesiLdjgT3db+A4up5KuROiLTeNsGOJrZhbZZBA+LtE45KsAiF8yWn7x9MMOEezeYrqpVqagm2pjP0U40X/2tzUqvv6MvcmWt9BOGruDmrqYcsBzOJ0q0Eb+hvjccS/6VVaAls1TJhiFVDfSs8z6YA4B/07rZqmtRK9Iap8JmRBI3HO31wdKApe8zzcWqCyu4XprP9b4nw/i70KgqJZhPrO8wQTjU5r/pHn1nSaT+TEfcYz+f9js9Q+Og0dVv/fC8sWqHWR9Gaeh/1B95S0VwoYuuykjSHUnryBxqMtxjLVhK06LW/CL+fOD6Y+U0KYgJUpOt5JIAtBsNQEX74aZbgoKllCqgi7EEsSfgCnUDaTcQI5zjz83DQvR0dMcku59FQZdplD5hpg/IYGPActU8QJDXuYJvexnV9cZGjRrg6qTpMRpa4i14Vbekbzh1ks45Xx6VbeAWPrtjllGcdpFVkvcnmfZeqjaqWYI6eOD66z588DJRz9ATU92aNtTEEQJG9iLeYw1o8VKz4gf9xH2+2BeO+3uYpIgplQragze7InaI1Acp6gx2w2LxJvlpP4h56VoOTiKVNhRfuhIPzWR9cEU8kj2CtTO9mDD0BJPPGU4X7aVXq/8AqalKpTYbVMstT/SChU+rAjD/AD2dyzafc6mDxekGCpYROjUUsI2AtBjfDT4WUegVxEZboNPDqi/BVU9iCv2J+2KHStJ1IzAQLEMNp2mefTC9qNVQNOYq94IYeR1hvvioZvMAn973GpBJ9QR9sczxJMz8J7oMbK0jdqBnn+5P/wAcdipeJZjqp73GOwKf/L7icmHuYfhOaK6HfUVDfvkK7eE6fCxhgomYAMMbm2I5fM0mqJAJYEk6RoFRjpCMxgfFvAUHxd4wPneJHMBQoQBVU32PuxF/DDX8rL0tgXgNRg1VxsqeOIAClwSsbaLE6Yja3LHoLHo5PRnDGOpuaPsVRLB6zmsRZVWERRJIHhljubmJuTc4Z5j2dyzgr+z0x00KEPppjAuUzBWGBgaYMaWBja4v6W3NtsNqObDWMz1Km/kRvjysmXNfmf4GoxftF7MJRUGnq0k3ZjqIPKYAEf03OM//AISDu7H6Y+r1QSCLHrKkj13xnOJcA/FSieaDb0JMjyOOvBxs6pspGMGY3/Bqff5nHo4MnfDpcnUnTpM+WPK2XKmGt+v18sdHi5VuO4RFGY4OpUad8C0uHMrCUm/TGxyqqBbAuZzAJsNsXWdxWojhb0FOd4K8gaQJGFX+GOrxaZ+XnjT5nOu8X2wKVvONLi+xlh7nuZzj0wpU3AieuFuY4sdKKNlUL8gBhvTolxGksOwJxy8CqMf8lr9VI++GXGRrUHgimlnxz5jrhx7NVlAL1DblN9tv15Y4+yNRvwaf9Q/InBmV9kXEanEC0Sf6c/1vii4zD1YjxsCynHFpMkSFE/efzx9H4Rx9CvvWNgIXGMf2QpzL1OURER3m8ntgz/6fokAGtW0geFV0ry7rMeXXCy43D6QrwtgvtL7WvWqVGVvCEKCOer4vpjP+zHGKlKoIdrNYCBzk3JtjUPwHKII0k3uajPtz2ZYPfEaSZCnBp0qc8tR1+cFieu04T/XRfli/XzCsfQ+l8C9pNdPUwuLGTY98Mctxuk8h9MdzOPlJ9pcugIDKoUwQqRf0II53iLYFq+21ICNRJG0HwnyJuPqPPEpZ8svLjF8KPVn1epmckKq1G934dj0PWMLONvw2oukUiDJKug0Qx5jrytHLHytva8vOikXPLSSbeUWI6/fA1T2grKxD0ilpsGXpE2HbefsArjxElqiseVGu/ZaayTqdpmTYHYbDSI853vjq1RCIGm3IDbnED52xkczxcusKrz0IJO/l3P8AfHcMy9dwT7is99wjSvkdvT1xFcLKrZTnQ9q58RIhhzUDTHWARLD05YUU8pRhghrBaw/eDUVCjVdYgiSwBJ6ADYkFpT9leI1l1U8q19iz06bEdwzTp25X64V8b4RnMpTR6tB6aKWDuRrUamhZK2F9r8xBk2vjwuKdGckJ8xwXSJRpUbG4IO8Ext3gY9p06iXDCVi2oBvQ2Ei9pm2JNnUYSlXQRaGCwR5aiTO5t9sL1ycHVTq0yb+FZnyClTNvli8ZzrV/VCUnsaHL+0lejdg4G371SJn+bc/7sNMr7V02tUS+8i8+q6SB6MfzxtAyCHcqVtuzWPIiIgXkg+mK2yZuU8Mf8xPPzgYZuEtJoW2tjdJxsR/loe/7RH0aiD8xjsYIUap3F++PcJ4GAPOwTO5oA/u2BCgKGIuRF9IMwLnaLE7bY0HsjlXWk9UkKWA92CLsQfi32iYBsTHac7w/KipUbV4VAJhfEB0FyZHrNueH2XDU2AY1TqPJygsDcsu40zIGDmaUeUSPcaV2OuVcqTJhqjqO9ljkR3Nt+RGWzHu10iUAaxB8Daj/AAAF7zBMHrhc71XbS1NDSHi941PXqnqdgvUiI87Yv/aPdg6o0KSSQzg6d7jwmL2UEDtfHDJNr9Dt3qarIcTkBSvKRCtcdwVEeuDUYMZ0gGNxJ+cAffGNHEDpRh733YmSwKljYgmxhYnYCeZsJbcO4trIixIkCIJIsxAkk3O8X+YHHLB7RotPc0tKqV5D5X+5wJxDIUqsagQeqsB6XGKaGZFQRrIYdR35T9RuJ5YnVdtgfW538z9MJz5F/HmY6WoGPZ6mPxuR/KVP5Rjz/BaIizHzaPnEYI4g7GkdA1NMBSfiJmACCCCTF+XfGaf2Iz9Ziz1hTHIF2+wJ++Onh8M83tbGc2h6lLKKLBCefi1fMkmMcc9lkv8Au1H8RWB9B9cZbOewdZLvUZpJuCN/XC8+y6g+IvvzP9sXfCY4+aTMnJ7Gur+11EDw1FaOhAmN94wsre3igQBJG20G3UAkH9SML6Ps9S5JJ6Ekn5YLHCFX/wBtR6DDxx8PHo2HlkVVfb4n4UJtzP8AQ/XA1T2xzD2SlAi1if0O2GdLJjp8sMf8NIQNFji0fB6QM4vqzKHjOdeYBE/yhccn7Yd6hAO4Lf0540dXLEXj6YraiZvh3mS2ijcnvEX+HVWPiq85sJn52+mDV4fP/uVB10kAG0Xtg/3XbHmmDiM88mMsaAaPs/Rm4J8ycG8O9nqb1FRKakkxe/3wUjhRHPGm9hMuPfFzHh/PCxnOckmwSSim6N1wrglGgAqU0WFAJCgSeuGL5Wm0FkViNiVBOIipiWvHacRwydIbU1/2jFiUlGygemIBsR98MEBGtlxBIny64Q8U9nw4i0BQsciB/e+NB70Ygz41IZNo+R8b/wCngMsKcdxb7Yx2Z9mnoEwxHn/UY/RZg4W8Q4LRrAh1F8JKDr+LHWRe0j89ZviDLasrEiwcyfTeDti3LpRq/BU0seRA/wDG4E9hj6dxb2Abek4YfwuPzFsYHjPsx7toqU2pkfwyARO3T1xB3FaqvetUVSUvKwD9izIsuojluPuMe4891meTKRyMx9Jx7heb/qNT7AuTf3dGq0VE0QElVcEknclNyeYPpAwRXzIoPqPvJbSUpuRAnfVadAOwETHa77ieZp04qMjpKkH4twbWaANydQHSDjJ0+KsUICfiAptBLkne9zyvBBFrnBj/ALiutCTS7jh8+KpM1xSGxFwCd/DcsSBF7AHrthewerVFMBl02Y3b3hBgEgiNUfxWvsMQqlCQK1KoamwYygYb2URO+885wyWm5OqkqJcj3SAkPHNm1CTzuQY64TlWJafqvXx+wCuhkKuiSyAKQpKswanG4iwkzJgnfbDPJ0KYCsJe8li2kAzAKoIJHXY/MYBenDFjZxBI1al8VhcSFYsSdImTY4Y5amsK1g5srSUYjlAAiOm25uMTm2169etikdB9QEqGDKTEkxvbkQ4Hexi8eZSksJMW6X795/tzxnMtTUONjUIu1z8yJBn58/NpSzbBr2Pr1n88ck8VlErDKdbRpgGZ9fnMgeU8/TRZHPhxEjVz/tjOLVkTeDv/AHMd9j1xGQGIWxF46esbeXTD4cssTszipKmbCZwPWyFNt6an0H66/M4ByPEwR47QPiNh89sGrmfHp7T8jf7jHrY5xyxtEHFxZGlw2mvwqB+r7nFXE+ErUFgAf1+vlg8PiYbD8qqgW7sQ5T2bUnxG2NBSyCBQoHhHLHqti1XxlFLYzk3uVvw1CNsDVuCIeX5YYq+LFbBaQLYnp+zdP9H9RhdnvZWWJW3kP0MaxWxINhHCLCpyRjKPskZNxHKRH2w+4XwYUYjfc9D598OAMSC4ChGOxnOT3LFa2Ja8V481YYSiyceFsVlsQLYKBRf7zETUwOamA87xSnSEsw8ufy3wXJR1Zkmxn7zHe8xiM/7VvP7saV6sPF57wPUHCrMcXrVTdzp6C32xyz42EdtSqwSe59BzXFaVMwzgHpufkMKs77Q5ZgVI1jmIt/5RjEJPP7/l/bli1lCiS1+g1H6c98c0uOm9IjrCkwupRybEsKBg7Q1vpbHmKgs3AB7yB9zjsR8fJ3+yK0Jc9naKqabGZkFWDVC3lFjbn2NsZ/K083pJDKKckBBChRyhYsY5C974apQpOWrCqtNR4SfCpsfh1bxaLAYKpZJw+o6qgA8JU8j01SJAi/0xVtQX/v6/yc8kxMvD/dj3pDOCCQWqB2E7gaYCX5iY+gqq5dqoCsFRjyB8WkXgBoIAG5LGZNr4f5fLVEYovu4YElXNx/2hBE8ixMT5XV5rKvKqKisNRimW8CPErOlRqv8AhG/Q3I0ctvfUCYKC6M5LBWEdiRMGWa5PYflhrlMoRJqLJNlVR7xmmOTGSesxt64o/ZNUNqSrWG5YeDbZQfCCIAMCQIuNsHcIpMrs1SrS01PhRSCtjpkwQGAIIMnlz2w056FNSZUFYWwPSxiLgi6yDewG1gYOCcpXNgwYXtIA1Wmw3nzA52iTjxeJAFU0EkD4gAF3i3hNj8rbnnI0ZJlTa4UWHUmBYR3JJ0mMc/xQ2pYa6AllAZv4Qx1DpEiLdAZxa7NpmDa4FpN9rTtbnzvgb9qVGCq7eMCAEqQTz2ERM73vBO2LmzJIBAFxeVB8rA+dvvc4Vq2h07ZChWJHwgyTafijfxAXH0OH2RzBZtV9ogi8f89fpjN0yJOkHqbc7iPi7bAGJHpZReBKsT0Yc/ykbemL48rxy0KZOWehtFfFgfGdyPEYgEedzvzid/11w4o5gMJBx6GPPGfxOWUGg5XxYr4DVsWq2LCUFq+LFOBVbFqtgGoKU4tVsDIcXocLZqL1OJYGr5tKYBdgs7Sd/LrhRnfahF/y1199h6Wk/TEp5Yx3YVBvY0M4g9QASSAOptjD5n2krsbMFH8oH1m5+33wuzebdyPeOxY7dN9v7Y55cYlsiiwPqbXP8eo0hdtR6Lf67YS5r2rJ+BI6aj+W31xnHpyLaR5/q4x69PVyY8rKIB6GRbEJcTN9R1jiizN8SqVfidz1VTpHy2xRSUwbKp89uYmfzxF1H4tI6AeHtuGtfrF8T92zTAMdRqDR1/D+uWIybktWParQmY0yZPf8tt55HEBTU3Bj5gGI26nbnjyqukjUY5A2E8xJ2mB0wq/xFo8NOBzFQSRHM3OozteDPLAjBy2FbGX7cRYAz2ERAsTJ++B24huCYMSQytqA53A0t/uBE7YDzNWoqhvd1SsAs1IqSYHPR4Qsj8IBk9LGrKZgVG8M0wLeGQSdwNJLbi8xcg4bkildC88eg1Wq/wDGfRwB6Y7CWvWGo+LK788uJ9f3e+OwfD932YnPLsOs1SIKlnWmi7/AZJ7lSRytbaL4mtCtIuipEghZnaNUxvHLkdwb4NglTqYCd2pkIQQfwm49DvGFNdAlUI1esS0wuna12kESBzY89r4ny86tV+fwI1epFkzGwCHSfhlFsLzszX35HteRF2IQzUEknwy3KZCwb9epPSIAYWsqvTPvaoYgwrUzpgnSw1rc2EiRO5ubF5d28IV9RIBb3nxLG8AXsbcl6Tijio9vkbYBVKbU1cGo63VwoAE/BI02BkWHLtAxQ9PSZSiIiVBhyQBIkkkQdhY+uLamWAeG1CQSCWIXePhBnmeUbYT5ioRV0iCXHiBJI+QP8P0x1YVY8ZGqoVS8EVNI3BVdQA56Qwkm0EkCO8YIrK0t4iyCJABBMG4MHw289/nn6GcSkAGbcWWyhbky5uYAsI525YMp51KgKKG2OkXXVHwsglTuefS++ITg9ktO4b0oOo1PjNN302JUaXVQTsoUSDqkzz5zFrUzAYwGlpM2AAt+L+Eem4wF/hpqLLtRCqfjUlSNgNSltIN+fpBOKmCoGNPMKlyKhixvNmNjLb/EYbrbCpRez1MmG1FLcr2VgLm+45W69hg7JujAeKm3QA2nyIty8p8jhSjCyiq+3xQ0Hn8YPMzcggkACBOC8tmFkt4yba2umqLgw0Anyk+ZMY09Y6FFK0HmmAJ26QNvLp8sclQoAdfr8488epmD+FKhB2JtPkT5dhgk0dQPivF+fruI57HCczW49l+V4i4P7xTtaBv5TvixeNXupj1t12GFhy4pjwoDPIHnvJ8QJB6gE3+cqeszqH2+/wBbjFo8ROtyaUWN042vJT6n9H/jEm49EQn1/thWq8wbeYuSNwQOeJOBMn5m32xnxOR9Q8sewYON1mFoHcLP0PPFB4vWtNQ722H9J+uKyotz76QTPK48/rgbQeluZH9DMn6zhFlk+oyjEsr5hnOpmkn+Lf8AX2wLWqgG/LnOx898XFiOYv0hZtzDRGPFczfVpj4hJH125+dvPC9Rro4zaw8iQSft+fliRUxF/md/t2+eKaueRYDOuo/EbxeOdxAtuPvgX/EPCCpDiBDERI857dRJjA5WxHINJBuNRIvJv28J/X9R0a5IhjsZPigXuABB7kXEYAzue5OV28Sq+mO9vETEkgjYSBgd8wHFnLkbKQNRAvEgCYGxtPTDqHcXmGxzqDmFPOdUdpImRfAtbMk2bSCCZILSZ20kvMQeYjbCnPZoUVXWA6VDcgr4P9pEN/8AE4W1Mqwe5L1F2Sp4gRO8gnkTaTcTPWsMUd79eu4rlqPv22mWZWraTsAdQQejaTBtIuosRGB8zU0SAasTpqVUIXxfhgyQQZIuJv8ANdmKrMpQ0VCAeqbix3+nWep8yzEpNKo6Mo/GBvEyGUchJ7+e7RxUvX5RO+hbw/L6NSU2gDxJUhSRFiCDEGQRqB/CZAxDPqSpNYVBVAs1NlAqQSA031OtgfhMb9yaaFgEarTasslRTXWH2HjkTyiwFjE4CTiNaizKxJpNHgcQsRGmL6R5Hyw8U22+vrr6+QDqHGVK/vPc67yWQgmDEmOZ3PnjsN6OTp1VDiiTqEyriPTU09r47BrF2NyGwNNIJAAPWY8o9LYqFUwY3uRO3l1j9XwBTqNEK0WhWuB2naPPvjyhmCTD1VDbz8VieYLbwevzxxTWtoo+6A+IUamk1HKU6S28EEsO8c94UYVZfOUwdIpNUkgksSI6TMaTvA8vPD/OZqvQWPc1Ky/xUlUQJ7Sdo5X9cA8RWpXplaiClNlBLE/ykgA3ntgp9JL6P9bkmK8/RYMG0AQkgPV8JNx/q3HSI5WwBxriUhlCbxqUDSsnYsFiW6DYRtOL6+RIIVq1PWikBai6SI6A2MwbkjYmLzgDPVrw6ByoHjQR4ZnTN1Agtt2uRt2Yoptda+K/JqADTJZRLBuZ3awuY5cufLDfJVqjLURajLTUyLbyTMGxEyNzacCU8zSYanhV/Ggks+4XxG4g8hyn1oYvWcrQV/dgWQSQF3g77z3xaVzWqqur2X9/Vgui2hpYlVkqSCz3Gm5sVUwSRPPnNos8DZeixSpSLPUBBJhZUXLXMKDpkQdgPLCLKzT1USV3JaSdEi0MBY/K2PafDRU8akv4/HPhEcrx9hsDhZJXq9BlKjQUuJUXplUlKYDa4p2iwBLFoB/lg72vv7l8yzU1dUQaTbwsz7fFpMKuoGd5IPIYz+XzJpwAtNdLAyfESZiTJvYmwgRhkvFqZa7iGgQFZbj8VhAE8h1xKWFx8qv17hoyodZTO1Sohhqk6vCYPy2PmTaOtmuVzywNT32EEm/zif1HXFVcw0+DSSL8xaCZ0zBP8pv15ke5fNqh11WZW6Lplge3xKQQZnsOZws+HUkUbRvaWaVeZgizVDE87Frnlf8AviTZhGH/ALbGYADgtPbaCY5fWcY7K8aSNNOSYJ1O51rFzqgAadxEk3PWDI51UZjUcGYKnSbBrAXtF7QwMdQcRjwr+Yqka2sQviBAbkskkAmCQTEweQM22xyVtoIJ6l5HaSGvOMr/AIoAQKb6g9ifhI5DS20WbqRp7RgJ+NktCpp0khgXhYO4IMqDI36874ZcNLY3NRqX4i4OoMgOwVoVQRM3vJsDciQe9oZjioUgos22J36aYAHWARMC1gSM5Tz9cCyhZgoAbARJhZ3ifDy5DHNxOlUIALj+XSpWb+oPl0HTFPArp9DOQ5fjkyz0yijeJki8kAmDsd/rit3LXVmfmrqCDG8FR5z0kja2AaWYgM1YbKWUyIbSDP4SVbYDa69Nwstx5KmvVT0mAbHUGAMkHUN7m56nYwcBYnq0tgXoM6qAkqXPuzsW0ss2uwb4GvIUERc2vgenlwEYaNdtV5FMqNmBQnS/QSdhcHEEcNdhAKgh1E8vh0nwAbypOBM1WKsA5fUkaWt4l2I08gfDfadt8FRb0sWwujWpvJQqdB+CABMzzVTqkEREEfQOrmfdkVBSUIfh3tMiAd1Ity/riyqyNIaHA+FdIFiQLsg3BMETz35CTZNSJXUqkxpZjuDEaY3sBB2w6cVo9jWRy6UmNQnWVYlr2g7knvaZ/wCMH5am8AKJAMLF4A5Hn1m/e+B6IeBpqatwNBv6gbx0v8OK6mpACtQAncDsdiBfofXAdy0GQTmAKhDfC0eEgAqbbMACZ5z8uWB83SJEagjEQ0GxEzAY8/TFlWsSV0KpV5D7fFE2/h3+c4hXVABIGoDYyQY7zA32j5YMOgGeZqrUpJFGpKAAqIDRG4JAt6mL4ty2iuhDil7yJ+MJ3AI2JN7yPPmLcvX99qWmulNN/FsQdgphACBvy1cyRjPvkalOrPumUNLCmQSoU3AnZllSAd7Ai4wyVrXRoWzRUciEAUI5jeQm/PdlMTMW267nsC0nzZFi0codQIFgbyfmcdhOST9oHMu4XkPaAMCFYKouwaDIi/IR3P8AbBeU9oQrSVdpnwKosetuu8QDE74y2Uy9JKmlqbOPw1TKiTcbnSb8o3ONBlOJMukFGdmIGobEgwJi7ERMkzbboMmOG9NjKV7j+mwqEsdC9ZZgR9v0dsDDJ+7QmnmW0jfXeJB3MW5EA2MX7xrVnIsVUkeGQSwtIkKdPKZJnzx5lcxViddUsOu1z3JtzI+2OTJCtQyQBxDhtBnFdmaR8ZOlU6AkE2337YTcR4s5Z00a0Bka7lYMSpBsvbvjXuzPY6msZOghVHYH4v8ATJn1OF2f4MdSGioaLsal0Km8Ab/F+eKcPJP+p02sVRswlSkGJcRvJUcr7Dp5csO+G10JKoob8QVQRpvsz26A9ARieazdN6rK1BffXESxBPIAKwHW5PPFIyf7M5DOk1BKimNcA3HxQNJmNzy3OO/L/ONdenpGcH0LFr06bOjIEX8Vg7EkTIkkC25GKquaFGq7BtVPSIJXxbHTYiAD18u+BBw+omZX3/gkyNeo6l6Ar/LaLcsPVyVf3fvKQQIANDAhSCI/zNVtrXO8YjKEYtW7tfL66i0KjxizUwqqIBDNAaRzBiZi0dzjypQqFl0hQzAmHjxXmVuQT5QeZGGGZrkED3QWq0nwBmYGDJkgqw25kD64V16IJi+sz4zMrB5KDA6STG/TDwa3Sr7+kOu4UKegwCoYAM0yjEwfhMQRvE25YX1a6MoYg6wNwTpgelo2JBvv5m0csirLVCagErF+8EAwLwRq3vgV6VWsAaakwPFAA63JJvcnvAw8HHe/nt6QJSKKS8lVi24aTp3mYG4HrMdoxzZkOx1rE2Y6oAI/EAB/XfFBDJAJIO0EEGNiDPlEYMVmqEs6EqBZVsYne+w284Hni701f5FsoTMmnIRiVDQTFiQbGeVha/KcHZKs9QRSCI6nVqgKeW5J2NxEHl6Ugoan7sl6YW4YgGJi0iDYwNVtpOwEqGTUqyktTcE6lMEGLXi8DlYzJjsk6atr7flGJV+KVEYkuSwaNLGU6alBG5NwRBHecXvm0qeIsKTMDso09gYuINtQBu3bE6xpEaFmpBGtiRyEDTAuAYBtHOL27L5+lSPu3oqAfiICMR3DbkSIHzHeWjVxjr+jJiniGbfxLr1KQJ35gb+R/Uzgfh1QK4LTA6MVPTcXG+4nywZxnK6TqUyjCVJGkkeQsCNrHliXs/UKMz2tAuJ/FNpBg+Hfl9D0KuS0bW6GlJUQaqAZ+Z1MP9ULa4nfnHzLoZgeFlUi0rqhioiCO4MRcch3GF6OuotRVlESVgHbmIAiTc7456wsxqEdQO+/688ccoW9TBruxJNpA26DoN4BH29MdRUNAhiWteJJJj5zgb3qk6laG5ECNXny9YwbQzVBYqOzU31D4V1CZHiG0EXa28dSMDke1DFz8Nrbw4vdY8PMXk3BAa/Ynvio8KrmWamj6o+Fo6EEDr4hcAi464ZJmlYD3eZqDUQCWH4dRY7SSJmx3k4O4eSxb3ZzFVkjUBTciARqiFjVoiBO4FpFmS6IxnOF8HchiwcBSQSbgEEAiBzEjlH0wxzXstmKmqBKgwCCL2mZ2mCpieZtyxrcn+zqA1QmKoJYFiRdZI8MGYVRcA2vJE4qzecLKAK0UxqjTck2VQSB8QvvO25i6Ty03W4NaM9Q9jKxrU2pOiKjLqaoxBUrcwFvZw0HlqEE7hlkcg9E1VeuazAkU3KnSAY1by8mIJ1n53A6itrBR2dNRAFQnqSJBBJhdF+rDrcsVzUlNTA7KRTllgQTLEiNUwYI7dYvPOlF6hSKqfG8zTGgUSQLDSAB6SpPzx2Di5WxtH85/JgJ8sdgc8ew9R7GPyucd41VJJmwpgBgLRB7Dc4Cr56nTYo0htUEbW3uVG3YHzvgrimc93BqU9Ui6swgwbEyCef98EZbitKoqkIFY9FBBO9oJIInpacW5VjV8v0oSuXQhS4tTICgkDfSiad78vlfocWtnxUVvcjTUF6ZaL9CJJgSD6/SGZyWpxoZXM6tDSRO4gAzFj1+E7RgirTrmPd0vFIBJgAgbfHeBsPLacTytXa++3zNJ6iLLV8/7wn3gMyPEy6WFj4Z5TG2CcrxDOe9MrLTIBYDT0IvtzM/8aFeDOT7yoGDhVDKNK3gAnVO97Ebdt8XLkdW3gI6MGMd+t458uWBPJBr+aRnHRczOy1Iu2rVTH8a6dMkSSQSBM9xucZ3PZdKbu/vGR1u/ugSNOwBJMar38/U6H9gKkkMuqNtWrflLGdtNusb2wqz/BVZyxdQD8QsBc7wGEzte1xjYWkvNp7iqWlkcvUy+bR/fMNIYyWcKQRIkXjmPhEXAwuyuVoJTIpVRWdGkWMCTAhT4ZtuZ5YsPAEge7cKoBmWPiJEcpabfCAJJAx5/hlCgNbhngaiULKDBBXTP5k8tudpONaSddhZrqya02dCK7JTWQZCXGkiB0FiYaD5xj3NPlgCS9RxuAkyeVzzjv8AlcPM8cpOVimAs32k/wDeb6omY59ceZfNrSdlNQgvt7uImJk9QD4Y+8nC8s0lo17l/hiuTWxTpamSaCu1Ig6yy+HYgi+4Ei4Am+PHTQi1APdi4JBOo3sxmwPSw23vhrwbOitqpMdBAnWBsZsVA+G0E2wG+XXLVPeM0SYIEOsRyMRuBfkCNji0Za8rWv5BoU0FpVAwqVB7wC8qAG2Mg3hoEWH4sV5nIsxDLW1AWU3VrHmDEG427YNzFGnUqWMK1kcqFhjJUctrST+cYXUspq+IAsCNgpVYgGQRBAFo/Qon1TM66A+Upe7bx6Y0hrQb3A7xIlh1HaMC5yoxffY2M8jfe3X9Th3QyiEEkw0lgABbVcAienbngitkV1aoBAkMWBABmCLfEJkCJv5YbxYqQOUQUmKgMCwuCbc7Gx2Im8RjqjC1pJv5gXO+HP7GpUqoEREgyVMf82jpfAnEuHVFXWwsRJJIF+YjpN57YMcibNTQDnM41RFDXidPaeQ7WxPg9UrqIANtiAeo5i2+Bq2kIt/EbkCIAi3cNvI9bzgzL0qJUKKpDPa4nxA2sBKgjbeZ5XGKNLloHU580bwI3Ijla8RaMV+9rOdCiW0mwgnTGr5xeN574jSyNYkCitV9VoAPjIJsADJEeu+NPwr2Hrsi1XDUEqaShLDUwMzpv/2tBvCnbCz5YLmZrFXB+HO0KViCdWo6bctBvPMmBy7jDTNZNHRFJiSeWmOzaoIO36GGlHgPu9FTNEe8MISg5ga0dWU2IUgGenO06fgCZKk/vGT3zsoKtUboY1kMQCSdIMC/eccMuJTd2OnoIOFezZUBnqKFMm15A53PxSO++NLTzY0mmSSpGkC4WAIGorB25dz1x5xKgMzUNRW0GDCC4XvptqF+XTfC8ZYpdqlNVDCwGrUOhiLkSIH8RvbEZT62Gjs9knWmukIlx4mkg2tESR15856YqpB1GisShNtSSFvquLDSYIEx52thnRIKAFjpEHUtjA20n8zcHa2BDlxMF/fM0FPAAVFwJbbkQZEGB1gwySvRUGSJVs0zjRSZS0eIQ2oDqD+ISRtG+5iMAnO1qUChT9/zZ2qadMzEER5b2tY4PXwiFAMTqABEED8W51E2vcekYFFapUBUOacGCQxY/wDlMHbnF8TjNU6Sa9/9hdKoAqcUckmoUV/xL7xrfTHY9q8IJMtmXY8ySom3QbY7D82PuvoDQz3EkDClIBksDN5E7HCz2YQNVggESLETuwnHY7HrLyMpLzI3+fQKQFAAk2FhcgHA2aqEZdWBIOo3Bg/Cp388djsedm8q9dQZfKgfL1W1OZMhLGdvAMXZRQtAEAAmZItu18djsc+TZfFEWBcAuHY3YAw3P4eu/IfLEeJUwz0gwBBWSCJkyMdjsd8tGzp9g0OXoqKasFAYlZMCTMzfvA+WFXHHJotJP+Yo9DuPLHY7Hne0vic09z55nB+7U9j/APs2HntSNPEQF8ICU4AtEopMRtck+uPcdj3JfqX6HflGmcUB0IAlkIY9RqG/XE+LUwMopAAJAkxv+pPzx2Oxy4vZ9dxIAbKDptu0nudRv53PzxLjKhWfSIh7Rbr/AEHyx2OxZfseOwzrqP8AD6jR4hEHmPHFjytbFGSpj9nNh8Ubco28u2Ox2FXlfrsVl0CchTADEATIXb8PTy7Yy/A6hZyGJINyCZkiYPpA+Qx2OwcXtfL8CS3FftD/AJpHKBb0xoPZbLoURiqzpYzAmREGeuOx2LZP6USfU1uZpj3tAQI93TERy90hjykn5nrj6Z7bZZGoQyKQqrpBAMeJRbpbHY7GzeX5DPc+LtUIzTiTGojfkIgeQ6YlTql2fWS0ZwKNRmFOuVv+HttjsdjkklYe48rZh/csdTTriZMxYx5TiPC6SmGIBYIYYiTz578vpjsdjmn5ZD9GOKCBpYgEgGCRJFhscJRWbS3iN8xUBudo28u2Ox2OOvN67kn1D6R8K/8Ab/TFVZyoYKSB4drdMdjsGfkQHsV0XMbnc/c49x2Oxayx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4" descr="data:image/jpeg;base64,/9j/4AAQSkZJRgABAQAAAQABAAD/2wCEAAkGBxQSEhUUExQWFhUXGB4bFhgYGB0aHBocGxoeGhocGiAdICggHRwlHBobITEiJSkrLi4uFx8zODMsNygtLisBCgoKDg0OGxAQGzQmICQsLCwsLCwsLywsLCwsLCwsLDQsLC8sLDQvLCwsLCwsLCwsLywsLCwsLCwsLCwsLCwsLP/AABEIAMIBAwMBIgACEQEDEQH/xAAcAAACAwEBAQEAAAAAAAAAAAAEBQIDBgABBwj/xABCEAACAQIEBAMGAwYFAwMFAAABAhEDIQAEEjEFQVFhInGBBhMykaGxQsHwFCNSYtHhFTOCkvEHcqIkQ9IWFzSywv/EABkBAAMBAQEAAAAAAAAAAAAAAAECAwAEBf/EADIRAAICAQIEAwgBAwUAAAAAAAABAhEDITEEEkFREzLwQmFxgZGhscEiM+HxFCNSctH/2gAMAwEAAhEDEQA/APlHvDti+gZPhJnly+RnrgKR9cW0TBkGMdTWgqDK1XWxBLTEXbVfz6f1x4AoI7WM7f1/QxGpUlQO0G3f+h3xBR8+pwvQIxoZglvCwSN+Qv0Edf8AnGgyvFNCEVaiuDsyjYk3BPltyibXxlAoAF5PIT9f7YY5aitRTIAdRNmI1TyMTN4uL2545ckVv+gpGs4xxNTSYKqMzDSNQ2JAB35gGduYxmK/D8wq6mBIIBMKI7A6dvWBbCzxkiYIHLVsN7DkPTmes4sovUaEUkj+HUY8yJvOHxQcFVoN3uXZTIVKsaQo3IJ5gfOBbsPyHekVMTJ5wf1OCc9m61QFWAAJvpVYMWFxvEYZcDycSuhC5A8VVCyre5A6gDnY/e/iOKtg5b2EwbkcSsJuf1+eGea4cUBVwwnV7sin8RXVGx2MmRuAgsYjCirUEm3aDvO3mDh45FLYVxoaHQlFWkNrmAVUn+abzHb1wszFQlyx8RYliYgSTfGl41Tp1XpJl0VTUQtBhSDyDMLCAzG2+gdRhHxvKNRaHYF52VgQo5bG3YeuIY5p/FjyiSy2QqMxUCG3g2i07na3PEqqMjmns4iWDSCCszO0XHzwvy2YIEaiLyLmAewGG9Pinjkz/l+7eYOoC958gAew7YMnNMCogKoUHUxLRYAgie58umJZfPvsATJ2j89/rbEM3mEKU1GkGSWtsDcXUeIAeG8XGI8OZ/jUCF/HEbdf7+vOVu4219Q9SGdVkvuP+4THQgXHrGIU85H4YPrt2g4K4pn2rMLbAgAFOs2AFrRe+2FTjnBi4E9u+Kw1j/IDXYKFZnYmzEmfFafti5asRAKmOtj3iLYq4VnPctq0gndTeVMEWjfe4PQbYOqpTILqtoBEtPSZJMzJ2g7b4WcqdVoFIeeyeeqM+gOVnlqgdyRzMD1xt/2hhoDNO5MDcAbc53+mPmPslVArAaoPIEEgkcrHeDz6Y+jtSKuv/a5kDqVuZ8vvjzuJSU/kPDVBwrT1A8o59+W+3mDj01AdjtsZ/v8AqDgNhf4Y8tz17R88QNaxsJ6a5H2BnHL8ClBxcRv8rz9cQLxuZvb9TgOo082HOLi3mZnynHgqBbzUA2AINvSCI23PLlzwKC9cc/ynHhv38j+ueBBmRLSfD3ItHaJ+++IvVB+I6pIgNpt5cz1vg6goONaP+fXlz/V8UjM+nY/LcjtiqReCJ252PeTPpbFVSsRAII5AqNU258h59jjI1BQqdd/Mf0x2BvfBbHQD01afpyx5ghpHxMKqsQfEBaRYT2ncf1wZwzhhrtCdCeZMDnYRHy7Tjd5jgWUABKA3LkgxcxAEQdIOwBA+uM9xPhDUiBTMLpA1BipkDxEwZM+vw49CPFRnpHf3keRi8ZIBZ1SIEgDmW0fe8jkeWGR9mGZFem6t4fEAH3H+nfrP1tjOM5DMAbNG03htzN9ifkMbPhXtEtLwoGbV4m8JOkiwCi1tMSbbc8NleRL+I0V7gRPZkopqv4tNygJFhBbYSYEwBBmPVlwvhdGo8awAlmGlIjSJE6QWMwAxN/GcdxH24gaaKAtJuxBT5RLfMYScE49VolgIYVCDB31WAvvsAN8SUOInBt6PoUikaev7OUdSuK25UEDSTdgs6ibW7YO/+nKaqRTqTJBgssSCSLhSReTzg9cIG9oRUgN4DqTeCtmUm8dueG71vDrLKV0kzKXjp1t0xzShmjSZVQiVP7PU0dXgrpkwGm97amExfDKkaYBsyk7kXPTYAHbnjOU/amiafvCGAD6dIALTEgxrHhI59QRgih7SUak6dYCxqZ4UAzYCKjTby5erSx5mtUwp49g7juTpvRLpWYGmfeLKxcSTtfYnbGY4jlkXMUS7L41GsiIDq5BB9ABPOOYM4cV+MZeDFQSbRJPnut8ZLjqjUpRxUGnSDHigWAadyBYNGwHScdHDRndO+omWMVqjRcK0FjUG1OkiSL3IllgdCBf+a5wFxemKje+pAMR8RIkWttFzy53HzjwnMU6aqiQzEeKx3jxSbCOXpg/K1abgM9RZH4Spt0IE+Lzm3ScU/kpWkZpctNgNPhTrSlmVWLEta4FrAz9BHnhFUoAvCy4LAAxdiYFvUwMbBqauZ1wDbw6hP+4bct8KfaDKBKYdRPjAYzMjlt3Avg48j5qfUWeLSxXlaco1XSCFZVAJMMWBsBeYsTfbzwzyNJqqe7NUqhuqwuksLkGCOpjzwx4f7P1KmVogcv3gMA/Hy36RuOWLafC66P8AvaZEXVlJifwyd7b39MaWeLunqjeDJdBPT4aVqDxRJjVBIXxQQ2kkzF7TYnBOe4ejNopskE+CdWrVrZQp28Ri4I/h6Ys4lw2qQGd76wJnw+MgW9SBt3jbC+mBTzwECoEe/UkAAwF3h+gvpna+Mp838r2RNquhdmOCVFPuyAIdRrMgHUIgGLgNawm4nsbxv2bqU0BRSwkiRcgT4ZgdLSe2N7l0FSmrhdOoTpcFWHmORnHjIRs0eU/1xxLjHJqnsU8OL2MTkvY2uFV5UODdGgjsZFj5YPy/7cvwEVGBOuTYDW6gAGIHgblG2NWGcXBBHkJ+2+FfCM8PGxEbX5Xl/wD+/rg/6jJJNtJg8Oi5eMVFX97lqob+QK4NtybX9BvgKt7SUdXjWpTBB8TJEdhI57+vrhv+3Keh7bxiNd1IIYG+9rfYA45lV6w+j/yNysVrxXLNAWsqyJ6HlE7rPOCPTF752moJNenEwNJANtge+/TcWxF8khHhiOcrI6YAbgFJre6We3h+xxZQg+r9fQNMc6mYag09/CZE+Y5Dl3xJkYAkz5RER5gk/ba2M+eDQw0mqkcgxgf7sFJkqsALmKo6k6WPzjCvHWz9fcFDJ0tBN+oIHzsB9sUCraNVxPwMpg+bH6ffFRfNIIWupt+On5Rux+3PFVXiOehf8mRYkFr+YiJwqjL3fX+wBgkxtUHrP548wiqZ7PSZFWf5dEekvjsN4cvd9QX7jEPxytUCou8yY5kknYchJxPN8UaqNLPI5gCJgyJ574vqZP3y/wDpcnXeditN2UcjpAkMf74tyPBgpiqPFYFSCIm5DDeQAd8epGOOKvlr8mhFtgeRos5imgjaTsPM8uuPc8rglFJKxJABHq3M2vJm0Xxo0dUUEkKseQAIkj5aR/qwPW4pSpyRF7/wgnedpa/QGy98ZZJN6Iu4RS1YmyPC3cxpI7kbfrph5+zZfLjxkM0X5n0A+/8AW1WYq1Wpo+qEqSVC7wLXJvNz03OBhQAFxvvN/njT53o/sJHJCO33Df8AEcrXQLVR6FUE/wDqFGtXHL31MXDctaSTMkYWV8o6KTIak1mam0qfMi6nswB7YnoCwYBjkbz54g9YFlK+F4hivh5n+GBGmNsNBunROUlepTlcllSP3rVaTdoZY67T+vQVgUAdKDUoNmaZPcgRH0wXneGhaVJ5J16hB/lMWwsNMA21T05+nUYeveCxhTzNPTencbQ0T85k4X1a/vLT4RJAnYdu+LatMAaqh5eELB57NeQO8HaBywDVrgxCwO3Pue/pgwinqhJyextVR6tEMgaqSJWWkAzEGTuLjyAwu4X7O5moVLA06ZuWkEkHmoHXv1wiynEKoIio6RHwkgx0kfq+GeV4rVUADMVFFv8A3W6Cw5bdhibhKCaiy0ZRm9Te5l6VJP3jQotLDt0/oMZP2k4ll2pMlGCzMv4dIsZJkgdI9cecY9pBmaaU9D6hudW/mOfr9cI8lUph9Tgkd5PzI/pieHE4rmlv2HySvRbG/wCF5UVadMU2FlAYhlbTAFpBj5Ti/MZfOUibqyA7yRA7iWn0XCTKcWprTKq4plyJAJPhIM7KqJFhAmZuRGGy+2/uU93l1QCRLaZZvPTa5/XPEZQk3t6+JRWtivMVK2Yo1A2XYeGQ2i/MBvw3UwYI6b3hPwXJ0aymtXQ+KozKbwF1FolhB8TGTPToMR4x7X5qoP8A8ioCZBUWsZ3JM+kDCnhHEHowvvWCc1RiLfYDn1xaOB8jS0+BOU25a6n0XL5lNKqlRQBYCCIEGLi0YI9+3IAyRdYYd+h2xlMpkVrHUjLuQNRCEgXJWZJA/iFuW+GeT4bUYeAsQDc6tXLa4jnjz8nCw6Mek94/QdNxAICfhIv4gV2/X1wD7MVSKRkLuokEj4aaIeXVTgTiq11oVIJMKRDCe3WPpivhuadKctSVrsZVoN2LbmI3wi4dqDp9QPGr3o0zKjCQBiHuO/yP9MKqfEKcDVrpkbk3FurHBWXrK11qUzJ5+HtuZmwxB48sTeFPo7CPdmd8erTInr3jAlWowYwDAHKCOW2IDiJUAm1vxAj+mDcmK4yW6C2bqPpiomNsMRXQj4h6jENCtsRfob4RToSxYx+nUf3xE6Z5fb74ZNw0dvkflil+GIDGoA9J6fU4os0H1NzIAJp/qP6Y7FlTKKDBKT/3D+uOxdU0G13PmPCvaPM5ddKVWVVAClRTOkXtBUhp6nFVTjtRgSovs0RMkQTYQBA5Ab49q8GjLuyFmddJcEFTHMKLzpYr5h52xVwbJuXqIAJUwbj4r2HU2OPWc8clzI54Sa0TBqleq5k6h30yb9yZHpGICgZlgfMkD74Nr5tVkFrg8to6zgSnmlvA59MUjJvoaSSNX7wfsmX7ax/5YGavhQeIuUVAIAJInvip828bjGldunuBONajR8ydJMCPPePTFi5N9IcadJAbczET/Dv64zbkkyTi5apiNVoj/wAdP9/PBiklSFlK2abNZgGhljyV3J7Ak4Q8Qu4I6D88DGpaC5t3x6Ky9frjPoG1qSJ/XPHgU479pXHftXT7Ywpcik72/XLBuXWmAAwI8O4Y35ieg7AYAp1HJgIxPTQSftjnFYAeB9JAKyDBHIjCuDYU2NaLZdlIY1A3VVUKQOXM8pnTgFsupnSW7AgdesiLdjgT3db+A4up5KuROiLTeNsGOJrZhbZZBA+LtE45KsAiF8yWn7x9MMOEezeYrqpVqagm2pjP0U40X/2tzUqvv6MvcmWt9BOGruDmrqYcsBzOJ0q0Eb+hvjccS/6VVaAls1TJhiFVDfSs8z6YA4B/07rZqmtRK9Iap8JmRBI3HO31wdKApe8zzcWqCyu4XprP9b4nw/i70KgqJZhPrO8wQTjU5r/pHn1nSaT+TEfcYz+f9js9Q+Og0dVv/fC8sWqHWR9Gaeh/1B95S0VwoYuuykjSHUnryBxqMtxjLVhK06LW/CL+fOD6Y+U0KYgJUpOt5JIAtBsNQEX74aZbgoKllCqgi7EEsSfgCnUDaTcQI5zjz83DQvR0dMcku59FQZdplD5hpg/IYGPActU8QJDXuYJvexnV9cZGjRrg6qTpMRpa4i14Vbekbzh1ks45Xx6VbeAWPrtjllGcdpFVkvcnmfZeqjaqWYI6eOD66z588DJRz9ATU92aNtTEEQJG9iLeYw1o8VKz4gf9xH2+2BeO+3uYpIgplQragze7InaI1Acp6gx2w2LxJvlpP4h56VoOTiKVNhRfuhIPzWR9cEU8kj2CtTO9mDD0BJPPGU4X7aVXq/8AqalKpTYbVMstT/SChU+rAjD/AD2dyzafc6mDxekGCpYROjUUsI2AtBjfDT4WUegVxEZboNPDqi/BVU9iCv2J+2KHStJ1IzAQLEMNp2mefTC9qNVQNOYq94IYeR1hvvioZvMAn973GpBJ9QR9sczxJMz8J7oMbK0jdqBnn+5P/wAcdipeJZjqp73GOwKf/L7icmHuYfhOaK6HfUVDfvkK7eE6fCxhgomYAMMbm2I5fM0mqJAJYEk6RoFRjpCMxgfFvAUHxd4wPneJHMBQoQBVU32PuxF/DDX8rL0tgXgNRg1VxsqeOIAClwSsbaLE6Yja3LHoLHo5PRnDGOpuaPsVRLB6zmsRZVWERRJIHhljubmJuTc4Z5j2dyzgr+z0x00KEPppjAuUzBWGBgaYMaWBja4v6W3NtsNqObDWMz1Km/kRvjysmXNfmf4GoxftF7MJRUGnq0k3ZjqIPKYAEf03OM//AISDu7H6Y+r1QSCLHrKkj13xnOJcA/FSieaDb0JMjyOOvBxs6pspGMGY3/Bqff5nHo4MnfDpcnUnTpM+WPK2XKmGt+v18sdHi5VuO4RFGY4OpUad8C0uHMrCUm/TGxyqqBbAuZzAJsNsXWdxWojhb0FOd4K8gaQJGFX+GOrxaZ+XnjT5nOu8X2wKVvONLi+xlh7nuZzj0wpU3AieuFuY4sdKKNlUL8gBhvTolxGksOwJxy8CqMf8lr9VI++GXGRrUHgimlnxz5jrhx7NVlAL1DblN9tv15Y4+yNRvwaf9Q/InBmV9kXEanEC0Sf6c/1vii4zD1YjxsCynHFpMkSFE/efzx9H4Rx9CvvWNgIXGMf2QpzL1OURER3m8ntgz/6fokAGtW0geFV0ry7rMeXXCy43D6QrwtgvtL7WvWqVGVvCEKCOer4vpjP+zHGKlKoIdrNYCBzk3JtjUPwHKII0k3uajPtz2ZYPfEaSZCnBp0qc8tR1+cFieu04T/XRfli/XzCsfQ+l8C9pNdPUwuLGTY98Mctxuk8h9MdzOPlJ9pcugIDKoUwQqRf0II53iLYFq+21ICNRJG0HwnyJuPqPPEpZ8svLjF8KPVn1epmckKq1G934dj0PWMLONvw2oukUiDJKug0Qx5jrytHLHytva8vOikXPLSSbeUWI6/fA1T2grKxD0ilpsGXpE2HbefsArjxElqiseVGu/ZaayTqdpmTYHYbDSI853vjq1RCIGm3IDbnED52xkczxcusKrz0IJO/l3P8AfHcMy9dwT7is99wjSvkdvT1xFcLKrZTnQ9q58RIhhzUDTHWARLD05YUU8pRhghrBaw/eDUVCjVdYgiSwBJ6ADYkFpT9leI1l1U8q19iz06bEdwzTp25X64V8b4RnMpTR6tB6aKWDuRrUamhZK2F9r8xBk2vjwuKdGckJ8xwXSJRpUbG4IO8Ext3gY9p06iXDCVi2oBvQ2Ei9pm2JNnUYSlXQRaGCwR5aiTO5t9sL1ycHVTq0yb+FZnyClTNvli8ZzrV/VCUnsaHL+0lejdg4G371SJn+bc/7sNMr7V02tUS+8i8+q6SB6MfzxtAyCHcqVtuzWPIiIgXkg+mK2yZuU8Mf8xPPzgYZuEtJoW2tjdJxsR/loe/7RH0aiD8xjsYIUap3F++PcJ4GAPOwTO5oA/u2BCgKGIuRF9IMwLnaLE7bY0HsjlXWk9UkKWA92CLsQfi32iYBsTHac7w/KipUbV4VAJhfEB0FyZHrNueH2XDU2AY1TqPJygsDcsu40zIGDmaUeUSPcaV2OuVcqTJhqjqO9ljkR3Nt+RGWzHu10iUAaxB8Daj/AAAF7zBMHrhc71XbS1NDSHi941PXqnqdgvUiI87Yv/aPdg6o0KSSQzg6d7jwmL2UEDtfHDJNr9Dt3qarIcTkBSvKRCtcdwVEeuDUYMZ0gGNxJ+cAffGNHEDpRh733YmSwKljYgmxhYnYCeZsJbcO4trIixIkCIJIsxAkk3O8X+YHHLB7RotPc0tKqV5D5X+5wJxDIUqsagQeqsB6XGKaGZFQRrIYdR35T9RuJ5YnVdtgfW538z9MJz5F/HmY6WoGPZ6mPxuR/KVP5Rjz/BaIizHzaPnEYI4g7GkdA1NMBSfiJmACCCCTF+XfGaf2Iz9Ziz1hTHIF2+wJ++Onh8M83tbGc2h6lLKKLBCefi1fMkmMcc9lkv8Au1H8RWB9B9cZbOewdZLvUZpJuCN/XC8+y6g+IvvzP9sXfCY4+aTMnJ7Gur+11EDw1FaOhAmN94wsre3igQBJG20G3UAkH9SML6Ps9S5JJ6Ekn5YLHCFX/wBtR6DDxx8PHo2HlkVVfb4n4UJtzP8AQ/XA1T2xzD2SlAi1if0O2GdLJjp8sMf8NIQNFji0fB6QM4vqzKHjOdeYBE/yhccn7Yd6hAO4Lf0540dXLEXj6YraiZvh3mS2ijcnvEX+HVWPiq85sJn52+mDV4fP/uVB10kAG0Xtg/3XbHmmDiM88mMsaAaPs/Rm4J8ycG8O9nqb1FRKakkxe/3wUjhRHPGm9hMuPfFzHh/PCxnOckmwSSim6N1wrglGgAqU0WFAJCgSeuGL5Wm0FkViNiVBOIipiWvHacRwydIbU1/2jFiUlGygemIBsR98MEBGtlxBIny64Q8U9nw4i0BQsciB/e+NB70Ygz41IZNo+R8b/wCngMsKcdxb7Yx2Z9mnoEwxHn/UY/RZg4W8Q4LRrAh1F8JKDr+LHWRe0j89ZviDLasrEiwcyfTeDti3LpRq/BU0seRA/wDG4E9hj6dxb2Abek4YfwuPzFsYHjPsx7toqU2pkfwyARO3T1xB3FaqvetUVSUvKwD9izIsuojluPuMe4891meTKRyMx9Jx7heb/qNT7AuTf3dGq0VE0QElVcEknclNyeYPpAwRXzIoPqPvJbSUpuRAnfVadAOwETHa77ieZp04qMjpKkH4twbWaANydQHSDjJ0+KsUICfiAptBLkne9zyvBBFrnBj/ALiutCTS7jh8+KpM1xSGxFwCd/DcsSBF7AHrthewerVFMBl02Y3b3hBgEgiNUfxWvsMQqlCQK1KoamwYygYb2URO+885wyWm5OqkqJcj3SAkPHNm1CTzuQY64TlWJafqvXx+wCuhkKuiSyAKQpKswanG4iwkzJgnfbDPJ0KYCsJe8li2kAzAKoIJHXY/MYBenDFjZxBI1al8VhcSFYsSdImTY4Y5amsK1g5srSUYjlAAiOm25uMTm2169etikdB9QEqGDKTEkxvbkQ4Hexi8eZSksJMW6X795/tzxnMtTUONjUIu1z8yJBn58/NpSzbBr2Pr1n88ck8VlErDKdbRpgGZ9fnMgeU8/TRZHPhxEjVz/tjOLVkTeDv/AHMd9j1xGQGIWxF46esbeXTD4cssTszipKmbCZwPWyFNt6an0H66/M4ByPEwR47QPiNh89sGrmfHp7T8jf7jHrY5xyxtEHFxZGlw2mvwqB+r7nFXE+ErUFgAf1+vlg8PiYbD8qqgW7sQ5T2bUnxG2NBSyCBQoHhHLHqti1XxlFLYzk3uVvw1CNsDVuCIeX5YYq+LFbBaQLYnp+zdP9H9RhdnvZWWJW3kP0MaxWxINhHCLCpyRjKPskZNxHKRH2w+4XwYUYjfc9D598OAMSC4ChGOxnOT3LFa2Ja8V481YYSiyceFsVlsQLYKBRf7zETUwOamA87xSnSEsw8ufy3wXJR1Zkmxn7zHe8xiM/7VvP7saV6sPF57wPUHCrMcXrVTdzp6C32xyz42EdtSqwSe59BzXFaVMwzgHpufkMKs77Q5ZgVI1jmIt/5RjEJPP7/l/bli1lCiS1+g1H6c98c0uOm9IjrCkwupRybEsKBg7Q1vpbHmKgs3AB7yB9zjsR8fJ3+yK0Jc9naKqabGZkFWDVC3lFjbn2NsZ/K083pJDKKckBBChRyhYsY5C974apQpOWrCqtNR4SfCpsfh1bxaLAYKpZJw+o6qgA8JU8j01SJAi/0xVtQX/v6/yc8kxMvD/dj3pDOCCQWqB2E7gaYCX5iY+gqq5dqoCsFRjyB8WkXgBoIAG5LGZNr4f5fLVEYovu4YElXNx/2hBE8ixMT5XV5rKvKqKisNRimW8CPErOlRqv8AhG/Q3I0ctvfUCYKC6M5LBWEdiRMGWa5PYflhrlMoRJqLJNlVR7xmmOTGSesxt64o/ZNUNqSrWG5YeDbZQfCCIAMCQIuNsHcIpMrs1SrS01PhRSCtjpkwQGAIIMnlz2w056FNSZUFYWwPSxiLgi6yDewG1gYOCcpXNgwYXtIA1Wmw3nzA52iTjxeJAFU0EkD4gAF3i3hNj8rbnnI0ZJlTa4UWHUmBYR3JJ0mMc/xQ2pYa6AllAZv4Qx1DpEiLdAZxa7NpmDa4FpN9rTtbnzvgb9qVGCq7eMCAEqQTz2ERM73vBO2LmzJIBAFxeVB8rA+dvvc4Vq2h07ZChWJHwgyTafijfxAXH0OH2RzBZtV9ogi8f89fpjN0yJOkHqbc7iPi7bAGJHpZReBKsT0Yc/ykbemL48rxy0KZOWehtFfFgfGdyPEYgEedzvzid/11w4o5gMJBx6GPPGfxOWUGg5XxYr4DVsWq2LCUFq+LFOBVbFqtgGoKU4tVsDIcXocLZqL1OJYGr5tKYBdgs7Sd/LrhRnfahF/y1199h6Wk/TEp5Yx3YVBvY0M4g9QASSAOptjD5n2krsbMFH8oH1m5+33wuzebdyPeOxY7dN9v7Y55cYlsiiwPqbXP8eo0hdtR6Lf67YS5r2rJ+BI6aj+W31xnHpyLaR5/q4x69PVyY8rKIB6GRbEJcTN9R1jiizN8SqVfidz1VTpHy2xRSUwbKp89uYmfzxF1H4tI6AeHtuGtfrF8T92zTAMdRqDR1/D+uWIybktWParQmY0yZPf8tt55HEBTU3Bj5gGI26nbnjyqukjUY5A2E8xJ2mB0wq/xFo8NOBzFQSRHM3OozteDPLAjBy2FbGX7cRYAz2ERAsTJ++B24huCYMSQytqA53A0t/uBE7YDzNWoqhvd1SsAs1IqSYHPR4Qsj8IBk9LGrKZgVG8M0wLeGQSdwNJLbi8xcg4bkildC88eg1Wq/wDGfRwB6Y7CWvWGo+LK788uJ9f3e+OwfD932YnPLsOs1SIKlnWmi7/AZJ7lSRytbaL4mtCtIuipEghZnaNUxvHLkdwb4NglTqYCd2pkIQQfwm49DvGFNdAlUI1esS0wuna12kESBzY89r4ny86tV+fwI1epFkzGwCHSfhlFsLzszX35HteRF2IQzUEknwy3KZCwb9epPSIAYWsqvTPvaoYgwrUzpgnSw1rc2EiRO5ubF5d28IV9RIBb3nxLG8AXsbcl6Tijio9vkbYBVKbU1cGo63VwoAE/BI02BkWHLtAxQ9PSZSiIiVBhyQBIkkkQdhY+uLamWAeG1CQSCWIXePhBnmeUbYT5ioRV0iCXHiBJI+QP8P0x1YVY8ZGqoVS8EVNI3BVdQA56Qwkm0EkCO8YIrK0t4iyCJABBMG4MHw289/nn6GcSkAGbcWWyhbky5uYAsI525YMp51KgKKG2OkXXVHwsglTuefS++ITg9ktO4b0oOo1PjNN302JUaXVQTsoUSDqkzz5zFrUzAYwGlpM2AAt+L+Eem4wF/hpqLLtRCqfjUlSNgNSltIN+fpBOKmCoGNPMKlyKhixvNmNjLb/EYbrbCpRez1MmG1FLcr2VgLm+45W69hg7JujAeKm3QA2nyIty8p8jhSjCyiq+3xQ0Hn8YPMzcggkACBOC8tmFkt4yba2umqLgw0Anyk+ZMY09Y6FFK0HmmAJ26QNvLp8sclQoAdfr8488epmD+FKhB2JtPkT5dhgk0dQPivF+fruI57HCczW49l+V4i4P7xTtaBv5TvixeNXupj1t12GFhy4pjwoDPIHnvJ8QJB6gE3+cqeszqH2+/wBbjFo8ROtyaUWN042vJT6n9H/jEm49EQn1/thWq8wbeYuSNwQOeJOBMn5m32xnxOR9Q8sewYON1mFoHcLP0PPFB4vWtNQ722H9J+uKyotz76QTPK48/rgbQeluZH9DMn6zhFlk+oyjEsr5hnOpmkn+Lf8AX2wLWqgG/LnOx898XFiOYv0hZtzDRGPFczfVpj4hJH125+dvPC9Rro4zaw8iQSft+fliRUxF/md/t2+eKaueRYDOuo/EbxeOdxAtuPvgX/EPCCpDiBDERI857dRJjA5WxHINJBuNRIvJv28J/X9R0a5IhjsZPigXuABB7kXEYAzue5OV28Sq+mO9vETEkgjYSBgd8wHFnLkbKQNRAvEgCYGxtPTDqHcXmGxzqDmFPOdUdpImRfAtbMk2bSCCZILSZ20kvMQeYjbCnPZoUVXWA6VDcgr4P9pEN/8AE4W1Mqwe5L1F2Sp4gRO8gnkTaTcTPWsMUd79eu4rlqPv22mWZWraTsAdQQejaTBtIuosRGB8zU0SAasTpqVUIXxfhgyQQZIuJv8ANdmKrMpQ0VCAeqbix3+nWep8yzEpNKo6Mo/GBvEyGUchJ7+e7RxUvX5RO+hbw/L6NSU2gDxJUhSRFiCDEGQRqB/CZAxDPqSpNYVBVAs1NlAqQSA031OtgfhMb9yaaFgEarTasslRTXWH2HjkTyiwFjE4CTiNaizKxJpNHgcQsRGmL6R5Hyw8U22+vrr6+QDqHGVK/vPc67yWQgmDEmOZ3PnjsN6OTp1VDiiTqEyriPTU09r47BrF2NyGwNNIJAAPWY8o9LYqFUwY3uRO3l1j9XwBTqNEK0WhWuB2naPPvjyhmCTD1VDbz8VieYLbwevzxxTWtoo+6A+IUamk1HKU6S28EEsO8c94UYVZfOUwdIpNUkgksSI6TMaTvA8vPD/OZqvQWPc1Ky/xUlUQJ7Sdo5X9cA8RWpXplaiClNlBLE/ykgA3ntgp9JL6P9bkmK8/RYMG0AQkgPV8JNx/q3HSI5WwBxriUhlCbxqUDSsnYsFiW6DYRtOL6+RIIVq1PWikBai6SI6A2MwbkjYmLzgDPVrw6ByoHjQR4ZnTN1Agtt2uRt2Yoptda+K/JqADTJZRLBuZ3awuY5cufLDfJVqjLURajLTUyLbyTMGxEyNzacCU8zSYanhV/Ggks+4XxG4g8hyn1oYvWcrQV/dgWQSQF3g77z3xaVzWqqur2X9/Vgui2hpYlVkqSCz3Gm5sVUwSRPPnNos8DZeixSpSLPUBBJhZUXLXMKDpkQdgPLCLKzT1USV3JaSdEi0MBY/K2PafDRU8akv4/HPhEcrx9hsDhZJXq9BlKjQUuJUXplUlKYDa4p2iwBLFoB/lg72vv7l8yzU1dUQaTbwsz7fFpMKuoGd5IPIYz+XzJpwAtNdLAyfESZiTJvYmwgRhkvFqZa7iGgQFZbj8VhAE8h1xKWFx8qv17hoyodZTO1Sohhqk6vCYPy2PmTaOtmuVzywNT32EEm/zif1HXFVcw0+DSSL8xaCZ0zBP8pv15ke5fNqh11WZW6Lplge3xKQQZnsOZws+HUkUbRvaWaVeZgizVDE87Frnlf8AviTZhGH/ALbGYADgtPbaCY5fWcY7K8aSNNOSYJ1O51rFzqgAadxEk3PWDI51UZjUcGYKnSbBrAXtF7QwMdQcRjwr+Yqka2sQviBAbkskkAmCQTEweQM22xyVtoIJ6l5HaSGvOMr/AIoAQKb6g9ifhI5DS20WbqRp7RgJ+NktCpp0khgXhYO4IMqDI36874ZcNLY3NRqX4i4OoMgOwVoVQRM3vJsDciQe9oZjioUgos22J36aYAHWARMC1gSM5Tz9cCyhZgoAbARJhZ3ifDy5DHNxOlUIALj+XSpWb+oPl0HTFPArp9DOQ5fjkyz0yijeJki8kAmDsd/rit3LXVmfmrqCDG8FR5z0kja2AaWYgM1YbKWUyIbSDP4SVbYDa69Nwstx5KmvVT0mAbHUGAMkHUN7m56nYwcBYnq0tgXoM6qAkqXPuzsW0ss2uwb4GvIUERc2vgenlwEYaNdtV5FMqNmBQnS/QSdhcHEEcNdhAKgh1E8vh0nwAbypOBM1WKsA5fUkaWt4l2I08gfDfadt8FRb0sWwujWpvJQqdB+CABMzzVTqkEREEfQOrmfdkVBSUIfh3tMiAd1Ity/riyqyNIaHA+FdIFiQLsg3BMETz35CTZNSJXUqkxpZjuDEaY3sBB2w6cVo9jWRy6UmNQnWVYlr2g7knvaZ/wCMH5am8AKJAMLF4A5Hn1m/e+B6IeBpqatwNBv6gbx0v8OK6mpACtQAncDsdiBfofXAdy0GQTmAKhDfC0eEgAqbbMACZ5z8uWB83SJEagjEQ0GxEzAY8/TFlWsSV0KpV5D7fFE2/h3+c4hXVABIGoDYyQY7zA32j5YMOgGeZqrUpJFGpKAAqIDRG4JAt6mL4ty2iuhDil7yJ+MJ3AI2JN7yPPmLcvX99qWmulNN/FsQdgphACBvy1cyRjPvkalOrPumUNLCmQSoU3AnZllSAd7Ai4wyVrXRoWzRUciEAUI5jeQm/PdlMTMW267nsC0nzZFi0codQIFgbyfmcdhOST9oHMu4XkPaAMCFYKouwaDIi/IR3P8AbBeU9oQrSVdpnwKosetuu8QDE74y2Uy9JKmlqbOPw1TKiTcbnSb8o3ONBlOJMukFGdmIGobEgwJi7ERMkzbboMmOG9NjKV7j+mwqEsdC9ZZgR9v0dsDDJ+7QmnmW0jfXeJB3MW5EA2MX7xrVnIsVUkeGQSwtIkKdPKZJnzx5lcxViddUsOu1z3JtzI+2OTJCtQyQBxDhtBnFdmaR8ZOlU6AkE2337YTcR4s5Z00a0Bka7lYMSpBsvbvjXuzPY6msZOghVHYH4v8ATJn1OF2f4MdSGioaLsal0Km8Ab/F+eKcPJP+p02sVRswlSkGJcRvJUcr7Dp5csO+G10JKoob8QVQRpvsz26A9ARieazdN6rK1BffXESxBPIAKwHW5PPFIyf7M5DOk1BKimNcA3HxQNJmNzy3OO/L/ONdenpGcH0LFr06bOjIEX8Vg7EkTIkkC25GKquaFGq7BtVPSIJXxbHTYiAD18u+BBw+omZX3/gkyNeo6l6Ar/LaLcsPVyVf3fvKQQIANDAhSCI/zNVtrXO8YjKEYtW7tfL66i0KjxizUwqqIBDNAaRzBiZi0dzjypQqFl0hQzAmHjxXmVuQT5QeZGGGZrkED3QWq0nwBmYGDJkgqw25kD64V16IJi+sz4zMrB5KDA6STG/TDwa3Sr7+kOu4UKegwCoYAM0yjEwfhMQRvE25YX1a6MoYg6wNwTpgelo2JBvv5m0csirLVCagErF+8EAwLwRq3vgV6VWsAaakwPFAA63JJvcnvAw8HHe/nt6QJSKKS8lVi24aTp3mYG4HrMdoxzZkOx1rE2Y6oAI/EAB/XfFBDJAJIO0EEGNiDPlEYMVmqEs6EqBZVsYne+w284Hni701f5FsoTMmnIRiVDQTFiQbGeVha/KcHZKs9QRSCI6nVqgKeW5J2NxEHl6Ugoan7sl6YW4YgGJi0iDYwNVtpOwEqGTUqyktTcE6lMEGLXi8DlYzJjsk6atr7flGJV+KVEYkuSwaNLGU6alBG5NwRBHecXvm0qeIsKTMDso09gYuINtQBu3bE6xpEaFmpBGtiRyEDTAuAYBtHOL27L5+lSPu3oqAfiICMR3DbkSIHzHeWjVxjr+jJiniGbfxLr1KQJ35gb+R/Uzgfh1QK4LTA6MVPTcXG+4nywZxnK6TqUyjCVJGkkeQsCNrHliXs/UKMz2tAuJ/FNpBg+Hfl9D0KuS0bW6GlJUQaqAZ+Z1MP9ULa4nfnHzLoZgeFlUi0rqhioiCO4MRcch3GF6OuotRVlESVgHbmIAiTc7456wsxqEdQO+/688ccoW9TBruxJNpA26DoN4BH29MdRUNAhiWteJJJj5zgb3qk6laG5ECNXny9YwbQzVBYqOzU31D4V1CZHiG0EXa28dSMDke1DFz8Nrbw4vdY8PMXk3BAa/Ynvio8KrmWamj6o+Fo6EEDr4hcAi464ZJmlYD3eZqDUQCWH4dRY7SSJmx3k4O4eSxb3ZzFVkjUBTciARqiFjVoiBO4FpFmS6IxnOF8HchiwcBSQSbgEEAiBzEjlH0wxzXstmKmqBKgwCCL2mZ2mCpieZtyxrcn+zqA1QmKoJYFiRdZI8MGYVRcA2vJE4qzecLKAK0UxqjTck2VQSB8QvvO25i6Ty03W4NaM9Q9jKxrU2pOiKjLqaoxBUrcwFvZw0HlqEE7hlkcg9E1VeuazAkU3KnSAY1by8mIJ1n53A6itrBR2dNRAFQnqSJBBJhdF+rDrcsVzUlNTA7KRTllgQTLEiNUwYI7dYvPOlF6hSKqfG8zTGgUSQLDSAB6SpPzx2Di5WxtH85/JgJ8sdgc8ew9R7GPyucd41VJJmwpgBgLRB7Dc4Cr56nTYo0htUEbW3uVG3YHzvgrimc93BqU9Ui6swgwbEyCef98EZbitKoqkIFY9FBBO9oJIInpacW5VjV8v0oSuXQhS4tTICgkDfSiad78vlfocWtnxUVvcjTUF6ZaL9CJJgSD6/SGZyWpxoZXM6tDSRO4gAzFj1+E7RgirTrmPd0vFIBJgAgbfHeBsPLacTytXa++3zNJ6iLLV8/7wn3gMyPEy6WFj4Z5TG2CcrxDOe9MrLTIBYDT0IvtzM/8aFeDOT7yoGDhVDKNK3gAnVO97Ebdt8XLkdW3gI6MGMd+t458uWBPJBr+aRnHRczOy1Iu2rVTH8a6dMkSSQSBM9xucZ3PZdKbu/vGR1u/ugSNOwBJMar38/U6H9gKkkMuqNtWrflLGdtNusb2wqz/BVZyxdQD8QsBc7wGEzte1xjYWkvNp7iqWlkcvUy+bR/fMNIYyWcKQRIkXjmPhEXAwuyuVoJTIpVRWdGkWMCTAhT4ZtuZ5YsPAEge7cKoBmWPiJEcpabfCAJJAx5/hlCgNbhngaiULKDBBXTP5k8tudpONaSddhZrqya02dCK7JTWQZCXGkiB0FiYaD5xj3NPlgCS9RxuAkyeVzzjv8AlcPM8cpOVimAs32k/wDeb6omY59ceZfNrSdlNQgvt7uImJk9QD4Y+8nC8s0lo17l/hiuTWxTpamSaCu1Ig6yy+HYgi+4Ei4Am+PHTQi1APdi4JBOo3sxmwPSw23vhrwbOitqpMdBAnWBsZsVA+G0E2wG+XXLVPeM0SYIEOsRyMRuBfkCNji0Za8rWv5BoU0FpVAwqVB7wC8qAG2Mg3hoEWH4sV5nIsxDLW1AWU3VrHmDEG427YNzFGnUqWMK1kcqFhjJUctrST+cYXUspq+IAsCNgpVYgGQRBAFo/Qon1TM66A+Upe7bx6Y0hrQb3A7xIlh1HaMC5yoxffY2M8jfe3X9Th3QyiEEkw0lgABbVcAienbngitkV1aoBAkMWBABmCLfEJkCJv5YbxYqQOUQUmKgMCwuCbc7Gx2Im8RjqjC1pJv5gXO+HP7GpUqoEREgyVMf82jpfAnEuHVFXWwsRJJIF+YjpN57YMcibNTQDnM41RFDXidPaeQ7WxPg9UrqIANtiAeo5i2+Bq2kIt/EbkCIAi3cNvI9bzgzL0qJUKKpDPa4nxA2sBKgjbeZ5XGKNLloHU580bwI3Ijla8RaMV+9rOdCiW0mwgnTGr5xeN574jSyNYkCitV9VoAPjIJsADJEeu+NPwr2Hrsi1XDUEqaShLDUwMzpv/2tBvCnbCz5YLmZrFXB+HO0KViCdWo6bctBvPMmBy7jDTNZNHRFJiSeWmOzaoIO36GGlHgPu9FTNEe8MISg5ga0dWU2IUgGenO06fgCZKk/vGT3zsoKtUboY1kMQCSdIMC/eccMuJTd2OnoIOFezZUBnqKFMm15A53PxSO++NLTzY0mmSSpGkC4WAIGorB25dz1x5xKgMzUNRW0GDCC4XvptqF+XTfC8ZYpdqlNVDCwGrUOhiLkSIH8RvbEZT62Gjs9knWmukIlx4mkg2tESR15856YqpB1GisShNtSSFvquLDSYIEx52thnRIKAFjpEHUtjA20n8zcHa2BDlxMF/fM0FPAAVFwJbbkQZEGB1gwySvRUGSJVs0zjRSZS0eIQ2oDqD+ISRtG+5iMAnO1qUChT9/zZ2qadMzEER5b2tY4PXwiFAMTqABEED8W51E2vcekYFFapUBUOacGCQxY/wDlMHbnF8TjNU6Sa9/9hdKoAqcUckmoUV/xL7xrfTHY9q8IJMtmXY8ySom3QbY7D82PuvoDQz3EkDClIBksDN5E7HCz2YQNVggESLETuwnHY7HrLyMpLzI3+fQKQFAAk2FhcgHA2aqEZdWBIOo3Bg/Cp388djsedm8q9dQZfKgfL1W1OZMhLGdvAMXZRQtAEAAmZItu18djsc+TZfFEWBcAuHY3YAw3P4eu/IfLEeJUwz0gwBBWSCJkyMdjsd8tGzp9g0OXoqKasFAYlZMCTMzfvA+WFXHHJotJP+Yo9DuPLHY7Hne0vic09z55nB+7U9j/APs2HntSNPEQF8ICU4AtEopMRtck+uPcdj3JfqX6HflGmcUB0IAlkIY9RqG/XE+LUwMopAAJAkxv+pPzx2Oxy4vZ9dxIAbKDptu0nudRv53PzxLjKhWfSIh7Rbr/AEHyx2OxZfseOwzrqP8AD6jR4hEHmPHFjytbFGSpj9nNh8Ubco28u2Ox2FXlfrsVl0CchTADEATIXb8PTy7Yy/A6hZyGJINyCZkiYPpA+Qx2OwcXtfL8CS3FftD/AJpHKBb0xoPZbLoURiqzpYzAmREGeuOx2LZP6USfU1uZpj3tAQI93TERy90hjykn5nrj6Z7bZZGoQyKQqrpBAMeJRbpbHY7GzeX5DPc+LtUIzTiTGojfkIgeQ6YlTql2fWS0ZwKNRmFOuVv+HttjsdjkklYe48rZh/csdTTriZMxYx5TiPC6SmGIBYIYYiTz578vpjsdjmn5ZD9GOKCBpYgEgGCRJFhscJRWbS3iN8xUBudo28u2Ox2OOvN67kn1D6R8K/8Ab/TFVZyoYKSB4drdMdjsGfkQHsV0XMbnc/c49x2Oxayx/9k=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AutoShape 8" descr="data:image/jpeg;base64,/9j/4AAQSkZJRgABAQAAAQABAAD/2wCEAAkGBxMTEhUUExMWFhUWGRkaGRcYGB4cGhweGh0YHB4gGx8cHigiGx8lGxwaITEhJSksLi4uHB8zODMsNygtLisBCgoKDg0OGxAQGywkICQsLCwsLCwsLCwvLCwsLCwsLCwsLCwsLCwsLCwsLCwsLCwsLCwsLCwsLCw0LCwsLCwsLP/AABEIALcBEwMBIgACEQEDEQH/xAAbAAACAwEBAQAAAAAAAAAAAAADBAACBQYBB//EAD0QAAECBQIEBAMHBAEEAgMAAAECEQADEiExBEEiUWFxBROBkQYyoRQjQlKxwfBi0eHxkhUzcoIkQweisv/EABkBAAMBAQEAAAAAAAAAAAAAAAABAgMEBf/EACwRAAICAQMCAgsBAQAAAAAAAAABAhEDEiExQVFh8AQTIjJxkaGxwdHxgRT/2gAMAwEAAhEDEQA/AMPShmSghOagx3OLfvB1Ti7plqV2ZgPZh7RekIQlKVXFyQLkdb5gRlpUoISglKjdN2JPNjjtHhRl3OEb8OlmYpUscRXZhZ37W/aHdf8AD3kBIUsL3dyKe3T+NHQ/D/gY0qStZBmqHohP5R15n05vgfE3iI8xIUqnfDm+3t+sZOb1KKMXk9tRRm6fUpKz0+YG3ryhhUiVSsG6lC1ha+zE/WFNDKuS54vxN+mT9Iak6MDiYlk2c39S1vb0izYRkyzUQgVEBg7i/POwhtelRwqUoHyxhLEEnLjHsYFqfD1OlRmCg7Fz7AjEe+Iz0pASnORnb9PaHbruMtN0lSyAWdLspmv2cjpFZnzAKKSWbf0c4I9oTkeJliSVEAl+XYdI0tP4glZIope1SRzvneJvfcR5MUEiqgKTjLt+sIzpnGKQo7gMPYcMXXJSLvUSeJL59mxBNLMQpYS4KU2dwbtkl7drxa8ACa2UCUBSqSbmwtbfmYqCgBkUkpDl8E9bgQc6NBW4pULsUiybfif3aPE6aUgfMWTdTKFRf0xn/MS+bASnrJLsEgZuAT/7GDr1QNLpCWLZeww537wWUpChWGcXSLA2NnbPtC69QiYC5YFOQb9rjH0gSsB1eoSUFxY5v+keIQKAWD7B2994zq1WTtZizWGzAERdE4kEJyNnc+jYEN2ASakvgEZuC4+sCWqoAAsLm2T6t+kOImkAu9SmF3SLbty6wYFNxw3ZrhIZvQwkBm6SakkqAw7ls25mGihSkovvb027GCeQEgoSQBZnsW3LnnAtJMmA02CUg3US3QPgf6g8AAqSpIUFVPY5duliIPLUFNgObG7Hk7vY8oFKn1ByLlwBybnzj3ykkAu5+g5m37xLHY6uWAmkKAvdXTl7xNZpQpKfvE223O9zz7xl6hawyQXexttm5wIInUqUgEva1sH+7dIbCjWVw5wkO73IP7mFRq5SlcYNhcKf9y8emdwJJYbU2tyv1/faKnRAAOQH/D357/3hNdRBJikmWVgewHp/uJp1U8TOMB7C4+sDUDRU1haluW4BNopp9W//AHFDD0t7doGAXWzlAVWtbbf9YFpdaogBKbBrm7Hd2a0M1FTO1JuAxdwNj/eLJ1qQkppHEbDl64hqgQqpYcKLJSTl8l2L7vF1eLcRsLWB2fDhxt0MGTSagopIAASLkN6sR3i0vQAJ4QASSS19uf7w00Mg804cjmw/eJCMvxRQDVG3JJ/vEgoBn4W8U0+nn16qWFpWCApqgnqUnZrYj6hpdNoFlMySiRUoOlSAA/W1gfrHxib4QsgrUEsDSLl25kPb2MTQ66ZpJ4m6b5ilNQKXC2fIA2uxjoxNR2e6GnXwPq3jegUxpch782j5f4yvzJhKVAo3NQbp/LR9S+GPjSRqmRMAlzSPkVhX/id+2YR+LPgATRXoymWsFzLI4Vdvynu/pGcfRlbnB7/Yzhhjqco/w+eaZKaACCZj4qDHk3LuImvEyUhk1FyxUWYEdDf1LQrPkTpayiamhafmCiAR1Z79CHeCo8UUlSUrAckNZk08x1PNoWll0NaWcSkqJJKQzi6WORjeCCUlUsZCnyaQGNiLm3R/WPNJONC6SCbkmsYHN+kJr1agVKpNwwJOPaJ4Ee6jQCtmCUv8oZy3NjCerkrQ4QCqokAZIPRum8aqJQpSTe+U5J3/AIIun8VQBKsJGXGNwXIs7Q0wEjJIACgMB0gu3qHB7RaTpAATSfZqX9XPtDCpDupJAVgggG/Jzdm7wFKSly7lndj7Zx6Qm9gB6pKhZRpTkA5PcXt3aB6tSmZCTzw5fmXsA2BDEhIwFAKN2N37FrQFM0VKVMpAU4Tw8ujcXR4E0AMOhAV8xqGzgk5G9vaLaooV96hnTlIsX2bmO3pASoqWSz2ASnDdnwe0VSgoYEPaktdu53MXt0GPSZPmhpgpmBNqgxthudrY7wqJBQFXUzWJNn5HlGhpEpATYqUj5SbkA89z2hqSp1mgAkjCXTY5O2ekKxGEnVAqFQWzsd2w+f0jRnahLhVLBJsBcFueWO+2YqtbKJUxuXF2HuBeAypwDzFJFOww3Lv9IWwwzzFGpnSCHSk/Tv2hsTRxBT5Fi7nthvpFtJqUpzuHCr77M1icQGZOQpRAQ4SLgkhh2O3pEtVyIaXKCylQdkkCxFvXkTs8D0emCSt1MfxOxbcFnhSX4gDXYHiZISAGtg2/jwYanPy2YFJttveB7MD3VGpRIDAhyR/aKppIAKex/n9oJMDpsHLhyQBnH+I9koSA5BCjZuvaJ6gLpkqYk/hFrARm6VazMurDlW6uw2EbsokgoLi7s9mHT/MI+IzFKWGBy5JDE8oalSHZ6NQS9SSlKgWAcm/4jAtRpsJQwoSxIS45+5i60oLEv72/SAfaSSwLuWIGARz5/WBO0AzInkUrmYZSWIyfblmCK1dY4RcFwS1vfEG0urBSC1rj+n+xO+N4K6VgcRCsgJFyQcn/AFDdUAsdOpVJUo4wMkX2i07VFMsE1U9bEk45wabPLKwOHlbsOUJS9dKIYuSVAUbdyDkQcgXkrBSKUJbs/wC8SCqKQWEtLf0uR6XiQvZAzNXrFh2TSo/huegN3u0WSkKQSxqBGT62KQH/AJmNXWAIlUm6iSenqf4IVCkplXQcFmLseez8oq6AX0ujqbLDKfw33qyI6f4e+N5+mV5c950sfiF5iR6/MO9+pjCXMpQxCgCBcMccwB+8A85N3BUjJYElufCWS3WKi3tXIqt2fYZ8jR+JSQTTMGy0lloPJ8pPMH1EfNvi74M1GlqWg+bIIYkJukf1sXHcAi12jM0GvXLmJXp1+X1sxSPzA/N2N+sfQ/hb/wDIEuefLnDy5lgFf/WsnYHKT0VzsTG6yRntPnuWp37/AMz5MutI+YW3Bf25WjWnT/lUoBRpdQAAJCcXbMfSfiD4C08+qZICZUw3IA4FHYkDB6j2j514p4TO0q6JstyWAbHU9RtYGM8mJxFKNAftgnE01JIaxL362+v0g/2JQSKrnrh/Vv19IYmT0SwEoQL3U/CkHoEni9SYWnaw0EmhNRZwgvj6wnipWwoMpIJVWaiG3wWbKf2hREssXekM5fI29PSM3zSFsCCGuDuewhhHiTgA4G4sPXnGLvqSaSZwpukgMeTAHozkmEdRISpLqq2YAexJyB0hueUhIKjbYMSCe4uGgbihj6MRd+9zDp2AqvQkMond6hdTD8JA294anJSEJY3AuWcuTcOeQ5NDHhngK5ztTKQPxzSWW2yRck9hDfifwbq5aQqitJuTLZRSNuFqvYEC94vRKitLMjWagpTlnFmYFm3Li/R4w5OqmhfATxH5nc+lxiOhX4VNRMVLnIAUEg0qPzJVjc/3HRoqfDZabq4aAbAvdRGOfZ4uMq2YikiaVpHmgqXjP63Y9nBgGsQfmIQRYqLMGH5Ui57wxNpcgOwP4SwL+5PW8XTPKwFBHFVS577JItCtci4OW0+uWvzCngqUAniIASosQBZ3Ajd0s1bqBUoKskEAU09ev8vGzrfA9MElLlCrkzA1j/4lgE+oPXaMVOlpUoIUFJTSHDuXtbn2hLPDItiI5YT91ldYoMU00kGouOTdAc8490k2YxL8lLez8gC0OyvD6iSpJpA/ELl/5vBkyAoMQ77G1LG2M9oSe1Fh5hSlQu9Z4QDhLC+TuYyjNJWaSaedyCcO+1usNSkOslI+Wwa5fAZwwHMQuEKUJiZtSEuWUDk7gctoNNjJpNe44Xz3DDa43G8Nz0k0kkBAsSCA+4sSDGboZCrKSogJJ+ZgwDf5h1SQpVYDkggjKemw2vC0AXMwUuHZwzkN/mLGWSbMcE/lcjPJ+sBISUCgMbgvVkX6hIa8BElSAlJUAFN8pyk4JJuHwLQtNCLyp5ExRSwpBzg8zjaDytfkktZr7jfYXhNaiotSph1v1JHLq7QWZpErNW7Bkv0LnPrmJoC0maialVQqG35uE5tt3jM1ulWmYCEu5+VJIB3ZPLtGrp5adgQUpapx6v8A2hpGmSylkpCk4UNgRtbPWCLopMzUa2eAPulC2ACw9hEh7/paTelV74iRoGwUTkoFCSqpV1FgWGbXhHVK4hY1KGOY6jZ48mrpnXIJIDgsL/lL4bv6ReZrEu1wXYnD9r4HqIKoQrqZKir7sOak8KWURtviGEoWlExPESbJYEqJe4PMbQbST0JmbYJfmemxi6QoKCiinq7KHUA/q0F9wFfsyiAFkcNlJY253BZzHiNMlCzcY5XAPPO3ONTTagu6ccQuHJ/UmEpq1FQoISBu4DEZtaBugNnwD4snaZgmqbp8cZFQ7E/L2Nj0j6N4dr9LrJbAAsXKCGWkndsg9RmPkq9KVSyTMUSBVc2t0zAdL4iuWELBpIJIUOFQfkeXTB5RcMrgKLcPd47eeD6F418HgOpArT/+w7845dXg6V2dmOG/jxq6f4o1+oOnk6XyalqUZk2YCB5aAl3SDZTqDAEv0u2748mTpUpVqigy1KpVMSClaVKwSkPWl7E7OLEOR3QrJG62NlUlaRwep+GwQ275pG/pFZfwXMmES5SgSkBRBWmq7saanSCx2aOu1/hRKBM0xTqZarcKh/o8v2jJV8L6takrEvylJ+VRmiob/Ml1ehMUvR8VcipAJHwJqSppsyUhAPCSScjYAUkPa7Yja0HwJLSeOd5qiMeWQj1YsR0s/W8afhfn6aUr7TMExSlOVhZU7gBi6QAzAWgE/wAaQjiBIBGAq1v6XZ+rRl6vFF7G8ccGrCo8MFQUsJSmW4DNSAm1+XYswtGarxWcDPUS6FLMuWg2DJcKN7l8W5ExZHxKfNlJCSQtRBJGzOY15glGWv7tyQWAAdxdI6MfrFrJFtRkY5dKemzktYtMzTzJwlMqWsOp6ioHIKjcgAu5P+Oc1awLZ3ILZ/puX9Y+j+D6dAT5JS4KeMd9vaFPEPgGQpdcqaof0KO/RbOPV+8c2WGuTcTJb3TPnq5S0EJCApShVSMtt/fMAm+OnSzUBUpBM1IKVzFFCUhRaomlW4Z2sH527RHw7NBWJ0qkbqACgU8nuHjnvibw2VrSlDmXMQaUcBYJxS1gUsA17MO0c02oyUZJtPmr28TLLNRai03Yh494ePPlJ1kzzlzBUjTyS0lCb8a1m63YswDsbgQQawVKlm4QSQQGJ5M3sQfSPfDdEQlEqYkedp1GWiddjKUApI60lRzjA3ck7TB5hsoh2ZY4m5/7hQpY4qO9fJ78pLhVXj3Nnoper4GNf5dAKgUgcVIYknYnke8Yem1Uw1AJKUlQL3bDco0dNWuWEqtVWwNzawBe9zET4WmVYMQOpzuAGPu8U90IbkJaXUQEh7AE8Rx6frCooJLqVYPs78nFm6mGJk0himxCWL222OA/PMLaZiUpFip33YfrE/AReXLqJombXG4Bf5sOH5RJssKJBNCEJYG4qI7Xc59BDOoQAVeWWDBqru2Mi+9jaEdUoTMJ4jYFlB93NwRf0ikBTy5SgopW9LkFhxNlzkF+WRFtMXDi6bKB3DHa75sGG8D8P0y0KWoELUygmkfi2+blC2m82WkOySRcslgDdsuT1i2kwH9XM8yYFipfD8uQkF9mZ+rxbTpUXrThLNLJF9nYEXs/aBgqIS3ClQDkpDlrvUf2gKdSriepgWIBNLWaw/E93iat7jGdHpBVliL3e59RdhDEgMr5qkXckhxfBzGf4pppgCbuVF2yC/M7QCV4utCqVJIN6jU5ztuC0ChfAjXVJBLkO+9r/WJF5erDWNvT97x7CoDDn6hKnINZN7gO5yzw3IVLUygChhxA59FF/ZotqhLASSGAJ3LO++x/l4r4lpBMQBWwJBADVdcEhv3iopUUK6DVIKipSSQksBVYN+azl40NT4gXSwFGW4kk9H3jPVpmBNMtKS6UgcJJzfYnuYDp5ClByp322DWZRNiPUwUugjR101KVIuEnLBdQA68NveBaDUlYGFKqN/6dnf8AWL6JLKSJqApRPCNr5PIhsQfSzSisAuzsCUkofkEscdITQUEIVwoSr5jdRSAwybHYCK6nRsqhRJvvhRBY5x6R7p9QsJSUpKlJJIA/ETzPaGJi5jVEEqsVOkPVi5GCRe4zULNFwiqsaEfF5Kpksy5bByCHDOU4IOUkXv1Y5jm5syaVJl6paqQXomFQLf0quCLC4bvaOgVqR5h8wp8xnSmsX9M4a0Y/ijTgv7wJSCCV08IN+FPMnkL55RpHJJOlsg3XGx0fwz4ujShSdMVlKlVqC1PxEAFjyt17x0w8YWKT5i9iUkuNzysGIwY+PeHLUCLkAByXa18ciWYRtyPGZC1FM5yxpKVLUpL8iklulxtGGWOWLbi3v2V/c48vrItzTb+Cv6Hea/4vKrS6ppcimUgrYjmTwp9SIzNR8S65KCoyZMlOAufOAucWli3Z4FL8QkJTSpYT+VKRc9mYBoNofKUt0pFTfMQCtu71RzYtct1Bv4/q19mc+OUp+1GLf+/i19mZI8a8SJCijT03+8JmS0j1mKCjfkL84vpfF/FSKmQEh3+6dJ6pL1KB5iOnk6APWJQJ/PRf/k37wyAwAZms0ar0yGJ1HEr8U19L+u3wB5ZRfu0YEn4311VI0yVt+KhaB/zWwHr9Y6DRfGaikmYAkp+dK1BLPi7XB2IzGOnTTayuxLlTFSkDisx+YGlHRnAsMjKTpZQU6JaEFajSsJSCC6qQBkEhi/eOqWWOVUlp8Y2/mm39v0VrfRnZeI/GpRLJKEi1qjnuCBGV4V8TabVMlYVppp5iuWT0ULj1AHeMTxbSS0pUpKEg3JIaogd7ntFfhnwtS1INCgks5ILAbuf5tHFJRyLrLtar7CjknJd72O2m+BzAioJTMSb1INSW9Db1tGPqdAKgUpGGawjqZDoLyyUH+n99j6vDEzVoXafLBJ/GjhV6g2Pf6R6kcEYRUV0PVjjUYpI4taUhQsCeQGD0imo0YUDSl7ct+ZcgP0js0+CoWPulhYGU/Ksdwbwj/wBNotu932994fqkw0HFStIbVIyWLhr9r4iytAuWTggukEG/e8dXM0NJNh09c5hZEi5sLc8Rm8K6i0nOaOStKlJTkgio39uvKPJ/hqkiyAVMxUQPrcX/AI0dGuVhQDENgZhbWEqY8iwDFg38zGbwpCowih2qsAOI7MMgbxefp0Oo08KwGazjoWb+0aOoQSKQ5Y5f99opNkCyQcc9r4HOF6oVGVr5ZCAEpBXSHuLJGBfBPo8Z2rPlqSlA/CFqIwCS+4tHT63RBSQbk57Afp6wrP0HABZ7XOM45N6Rm4NAZmn1sxRSpkhAYEPkmwHU7s1hFzohMUQC5GQGbd87tyMHTo0y1BK0AqChZ6Bs7Xz+sOaLSOtZq+ZT2SPYXtBGO4C6JSgAKEWDcQcsMP6RIf8AsKTcpPuB9HMSNdDCjnpOkuxUssTdjSDYtfc9IbwFKYVj8Ry2+7G28KapzwMokHhbc+znu3tB9GohKuAqWMqr+V7cTEewMc4D2qSiYCogolhIskXJ5Y+hMZeo4UgIlABR+UgvfcgOH9YtqJblIKgUqL2OWy5JztfEF06CCtSHCdixHD0NwYad8gPaOQAkutNCWbZ22YXMLr06FLKgyKTxcR9w979okzQpISVE0JFSiXBfmWP0hGVrgEqBYpd7nA2HPMNiD6uSCQ9QSCHu6ff64eHfFtcU6aYZKa0S0KJU1iKSWc7PdtsxmaGWlRKuI34gLZDhiQ5/loaXLC5dCnoJYJNncXDM5f0hQlpY1sz5n4WRNnJrXSAXe4JVlgQLEmO+MlUxVSmEwHhralPUJSWT3JUTvHuj+DtPImFRN6XCVcQBPYhrbuqLakUla1swAShIBv8ApbqTHRny65XErJUmKL1JSeJQJAVekkKPRg6QeaRveOe8Q8HmTfv1S5vG7UpqUo7AgfKBza/1jqtFPLUqJZOXDgPsLn0tGmifhKFGnA4x+g/xEY8rhwi1OKiklucXpvCJypE2qoGStmUk3SpLgCrBDFxs4xHnh+i1IIIE4S1EUlKAsY/EgKLF2Hr0aO80ArmzAQWWkoJ2JArSe7JWn/jCug1kxEkqRw0kAW+pIOG5hoIZ/aaktvP9OXG/akpLt5/J0Hwz4r4iEBKJunmpRYS5qFSl2JBsASMfiAd/WNdfxCkn/wCX4fOQxauWPMT3eXdu8cXJ8eUkBSwlaVE2IL9w4z1jf8A1CS5l6tRFuCaKiAwG5quQfxHPpGqjjyef2a6Ivzf3s3fDj4bPP3WoDv8AIpd37FjGkv4bl5CEqa4u/s/7Rh6vQS53/eky5pdgpLVDrxMU+ijCeo8HVLT/APB1M2TMBtLmLUZaujTAT6hxFRwaOIxf+f0Fi08RT+n7OkV4YhP/ANYS+eEB/Ro5v4f8dlTtXqtJLq+5U+BQGpSoJa/zvY7vCPh3x14lKnfZ9Tp5almwCj5ZVypVdCn2OHtmN7TfEWjlrUufoZmkmLauZ5XCpn+aZLsrJzGkcqXMa8+BUcke1efAfXpi+7QpN0S3zG1otVptQHkahCuygfpYiCnQTAXDHsf2N41UoS4ZompcGONCokPt7+h29IaUleCVEf1Eq9iXaCzZqk5SR3DQKXqycxdIrYGiQ+YErTBobTPBePQkHEFIRnHTAiF52hcBh3/tGuZI2jn/AIj8Y8s+VKvNLPYGnkGOVHlt6xjmnDHHVIyzZIYo6pB16QAMEuYErRXKqQ/1jXlyV0JrathU2H3aImVFaEy0kzBVolO5fo1mf0iq9KocJBI2ezN/eNzy+bx4qV6xLxBpOal+GOSWFy5fne7P1zDGj0zEqIy/8EaK9KSqwYQQSikXhLFQtIknTkWEu0SLKlLe2O8SDT4BTPny9SgLUEmgsxzb1Z37QZKRKTasJVcOq5PVjTCqdbWuogllWccRbqbj0jTlzwpN5ZUpywINhzcZ/l483VTogBPrdNKeF2DgFnGWxeLrUPMcqBCQzBR9XLMC+0WlzVzFkBILJLAEJII5hXT/AHARIBABUVqGSAzehUPcsO8Vp6hRpr1aqbKQACzMkg9Hv2IMYGu0ylznZw4+UMnsNvSLStSlSyJa1skXTbO5cWU/rB9VMlomoVh03BF39C0Er3Ex2UyQQEh1HJxbJtsMNF0zB5drG7YCeg6x5JmJWlJrpyDhwO72Jj1enCiEIoSKbOVHO4IF36CIVgkKmYAQEOTSCSohn32HvEVp61AEFAYcTAvvSFY9jF5Hg5U6StGCbBRNhYNa3N4tP1K1CmUCUygAMt1O4PvDSAoZZZTsaklNW6iLpBDAkiDS9AtMupISlbcS8JqNmCQ5qA6CEwoh3IQlIxgE8ywc94v9vJmAKUUypYfhURc8mL/secOLGjO8U1q9HpvNSv74qEshhYnicOOQ7Gz8o5TQLnJKJjmmaVJIUSAoM5dyxtfdrR2vjuklapJl0qSKgUqKr1Hdjs3MwLSfDqNOhKxNMxSXTxMyR/SNn3PTIjpx5scYO+S4uKT7iOgdU03T5aUguopAbvh4e+zJICgWJc1OyVAEENV/qNJOklpSk/iPFYgGp/fGYfHhspRSHcNUoPkv09owbT4IM/T+JTEsVcLb1OCOoc77gNGl4T8VrCVeayg5sRZQP094ztVJlqUQtQAckgDBGAAP3aEpPhqH4lqQpyQCOE8iNx9Ycckk9mCO4Oq0uqTRNQzsQxIA6p2B6gRv6FwmnzRMADCsMo8nUCxPWm8fOZOoKReylWSU5Pcg39g0aUnxJYNmAFnfDbk/wx0Q9J6yGpb2zqdX8O6eYapmnFRF1oF+fzSyFv1aMDxTS+JaUleg1Kp0oXMhZrmIAsQAriVd7fNsxhuX8UUWupmBYMXPIO/rGhJ+J5aqRMAJyAQC23u0bP1WT4jcYS55Evhr43105ClK0qJwQQlYQsIWCz3RMb6HnyMOS/izTmYRqZKtImqkGahSCeEFwoOggkt6GHdPJ0pmeahRlzLAqQp3FuEhVSWtyts0ahSSCHQsclCm3Uhwf+IioY2ls/yOEGlz+fPzEVydMUeYjVIoG5UCPcf2heT4pJLhM5CmZyC2bfibeL+IfBGimlzJCTzlkyz3NBAJ7gxzuo//ABiR/wBrVEdJiKvYgg/QxMlnjxTIn69e6k/oafj3jokppQoGYRZiDT1PXkIwvhLS1zTOXcINn3Ud/TPciKn4A1icTJKh1KkuP+Jjq9B4KZcpKcEC/U7/AFjljhy5M2rKtlwcccObLnUsqpLhDQ1QhisERnp0SgbRZMtVo9JHpDoIii0AQChTwGbViE2A8lukeqlAwjJmEQeXqDiGmBf7MOUSIZ0SAD47olJUtKQBWQ5mF6RzAFyD6mD6Ff3jGbSh8G4UO0G18yQfupYZSjSCpJAQNyQCST3YdIQqlo+7JSpVwkuA/bi3zePGcXZiaJQldUxWAQEsCHGxDhxC/wBlUscdZK8pxUNiVPwt6waWwlOocKQwZ+InmQHAH1g86WVy0lShbcksPUP7QKwEdFoAlKtgLlQ2PI2cwujwsTJqUock3qLgnnY9OUN6RVIWpKkUpyGUyqrBiFB/5aHJKkhBKUuzXUGUCbEJqsBBbABq9EmqygAbUpWxtuzAdbwSVLUhI+ZdyymJAByD6xRM9U1aaiCCaaX+UDrYE+phzW+Iy6AkXYttc9i6U9wIXQBSXqyhRGZhAD7D678o90khSnqexuxZv6X69IWXOShQsoLUWuQbnFwm31hyZraT5dksCxcEv3veElW4geglrLpYJpJKTZ0v/wCQJ+kT7KiqonzFgFlMEhhmoEhz2aD6WZWw+YDJUAQ/uQ/U4gKQHmJozZ0lIT6MM9RDT2GLypKmSwIDEBmHXmA/SLeJaz7uhVTuMjlz29jHs/UqTKKPMSkOyagHY9ySX6tGTKWJU1LpSa01AgBhs4cWUP8ARi1C0FGtrdSEpCgu6gwSRht3qv6j1gR1qw6WZwN7juOp3xGfP0yyQoOoHBSxe/Lbmxh4+HcDgmrdw5V3Y2AiXEKJMlMm8tSnuWuauu4bo0MyZ9b2JqAClVMkDmokgelovLllaCFMaaSCUuR0q+YfTaDeWUpKVJQoqBSBxfKd7hiSefvBQAdIgodALZZr3VZx6bwgEUzShyUpsVgAVYxcgDaHdJp5ygsXloc1E2LDAfLQhOQpF0l0k3s5PS4uPeDYQ3K1cug+WnhyoqLEl7AksGA/1CSqmBqqKjakh+jOKjfcNG5NnGZKFCDWA1PC7CzMcsHLM/SBzdApASun5DgsbkZUwAHZ2irrcYnImzpFS1FWHYXqpOST1tG14F8TzqFTJosbgON2NvSMvxHWqWUygQlQGxbrnA9784rKl12clQs7Br4ybHneNFlaYXR20j4xDgKSQ7dc9sxsy/iSXa+esfNdDIShRVNJs9FgS7cxgbW5xbVTlIlpUlCTUzqLrDdyeDk9o2j6VLqUps+sSvE0kO8GRqUmPlEjXzAGC7BJZwemwLqPb2jUR4utAS5d2sxcHd41j6VF8lLIfRakx4UAxxsrxs1XLAJfP9oYl/EYO5aNVmiytaOo8oRUyBGLpvHUl7u0Op8TSYtSTHaGDpBFJ+iBiydamCjUp5wx7Cf2QxId84RIA2Pgc1K3VMd3p63x2MHlKNSEF1EZrbh/9WIA6HPOL/ZyxuoBrA/MD0gmsKUuFVWSlrsVL/qO4jx9W9GAfTCh1FaSwP4b3/KkCn9hHukJXhwNi1+9/wB4yJmoqAJUxA/CHZsvbEOacrSpMtV02yHBB3AIYt7wkmKh3UzBLIBIdy5axJwSAbGKa3UlcwhQUgEX4S//AJPZhbMClJllSklaTcB6UtY4ZIa4t0hvxVC5kxJWEpQAGY8PQd+kOqA9kLlsEy0o4QXK3PqLGnfr1hfTzXq3FJpUenIuX7xQy1FIXUXSWdI4fbtvDcuYGqU3O6rHa7f/AM/WJb6AYUpIU82riCsF2Iy5KX32jTIBSVKSF3wKkM4sQMH1hyTPUsFCJSEqJykBDDewYN1PvEm6mmhChh3ZTPviohu7wN7AERoqkAE0hNwHcetw3djAtQlAYywSSHKr5OMn6NFUzgGUniUSynINiMXt9PWAarTJVMBxSHf8N+gS+InagLaXwjzSQtSy7k4At0UNt7g8o9neHJKAFUlDcJUpTBW1BBdulxHi/FkoPlhSyR+IAAdBdyR3Z4bla/hdaaiB8xLFuhBFukXbWw7EpGlSJiRRUoEMdgAN3/3BghNlUBQUo0od0/QgkQFExak0Iq81QKkgbjkcOWwRDP2ZaMIr8tISCkuSS2SHKb9omm+RGhqNRMUlqk2HEAQCD2TfFoQ84eUVLHJrbbveznnCGrRMLpqUblgCVMBcki5tDhEsy5ZLK5kks3VODyYiG13Az5vjhWmgpUXObC2RZKWYekFGtmFpUssV2UMFumwDesSb4YErrFLnASWHQO5z2Ah0y5qVPMopAB4lJq9Ak3Y82LRToGKypoQpIAK1F+EE37tZXYQ5otZNOBQClimlggejfUwlMmpEx0hQNmPzbFwLWHcvBZJpWkAEvm7BvS5aM/BCPdYFlglqRhSAEgsbAkZ9/SC6SWZ6qJyiLFy70NfIs/MGGZkqYgOEJKSAVKBA2twqIpJFnjOl6hKVcQbICEh878iwObxXPIx6WhKAUqPCBYhQNgWIKSGfqDAtTOpQEU0pIsVfMepAc37QmmcpSC7sFNKTcAhOSpzcE7O0JfbVqUUlTsHZJa73sEv3LesPT0EbS5iClKX3Aub2zblApk6tSUqBQjqTcOzhhzeENIXLJYhiyXNiLkXOe/KCI1AKASylCoJ6euD3eEwNKbqQ5BqCQwZi2bB3+pi2p1o/DxrT8xLADfb9DC61poSolKd3OcXKduzxmT9aZirMw+UFsf1WYnnBqAf0E1fmC6qFl3Zi278v8xuf9UUCUhNmscHO463jH0ktJJUal0pAKiLAJDgAnbvHiJpWHNkgmo1G4HygMf8AAioza4A2R4pMDqJ6Nd35cgYc03jBo4i6jgb/AOP8RiJ1SSmk2KyBZiQNqRuSdziLsE8IJfAqA6OzY/SNVmkh2zp9P4iSkG4fZ4kcsvTTyXQklJwah+4iRX/RMepmP4fUVK80vduRJ5udoNrtYJaSJTlWDOqA/wCOWAxF59K1Uhio2DAgP15RfVeHl0ldLCxSNjhyBa53eOVPlgZWmCAXWSVvwg7n8xb5ov4ksKWBkMOK4UOtg3oYbRofvAa7NxMzdusXloqmlKgAAWakX5XYsYcZBYgmSykpSoHckku/W7ejesM6kzFMJaakhru2cvj2hjU6ZKSohBsQABcXHNyRAdUhpaKhi7kWTsLH+GFdsQfxNfAg0qqAYDl3AeEUz0qAqLubdD9T6tAvEZTBJCiV3JLu7YYZEDleZUkkFmckA09TaG1e4GvqFTafKQhk2cB9tyWZT5ZwYRmylCY9JKQLi5JLYBNm6wY+IGkMslgWJZIvyu/uYt4bqTQyiTfhP5Tnpnm8OkAmhKyq4uq4Dg42wxHaD6KWy6vmLenu7+kOavULUUlQNhwnZj9PWByNWHCiwSMFgSW/pAO/aJfgB54ixULCot8oYDuQNurxVfFO8skvQxMsOwz69SPrB5MxBSVJrZ7OznskEWfrC0uUsTCtKglYvUpIDA5Hbu8ABvBtTSTQC1wpSQam74HvDnhmpSakhkubEqfq+4cRk6jxJKilKJYJcmxYe243uOkG0cxLzFJlhAuE1MxfLBnAfHKBwYUPavV0AECzUpWpJqYbgnn0HeAfaksoqqptgVG/t9XhZYqCwUMpG1VwT+zQFOqSMoqJBDFXCOphU73ANp1JmTkqKyoBSfwHPvaH9VMSlS6VBSnJJS4Hrzg/h2ioQyqfzMlwACNqQb9TCSNOlCisUhLgYyd8Wd9gIbaSAD5xClsGBpBAD+xILdxB9GtAqeoqDkBF/Zst0EU111FKC8sFyyWH/t/mF9IiYglQSFEJNgkEpfnuC3KDTvuFGjpFBSlIExh5TKJqvuCbG/S+8J+HacBSpjJNKSAGUbm17E9bQ1rJqJxKUpoURxFOSU3YgqY78hBZRTLSUhYFrpAD43LkgHH7w7ASWibKQSJJUCkjhQKg9+EUkZ5i/OMpGiuorCQqmpJCSCWYhwwIPb65jTXKlrQFqqSa/wABBSm2LkM57m8EmnzFLRMUQgSyEEOm5a5sxO1ge8Xew+hnyNTUtEwC5/U2Nhz+kHXpkSxxFlvZIWkpIIu/5Pf0ENy9LLSlHCLW4rrZweEWKj1ML6nw8TwtaHG5qN2ezAEglonUmxBJGplq+ZSVIUKWSW+X8rm52d/SA6pQWyJSKEdFnibYOOI9xCUjzJaimlQFwx4qeRDYOC/pD9JRT5ktdSksqmlKB/V8pYDlgQ6rgKKS65q0gkJQkkWp4U42LKL/AFjzXTVKQZYwTwueJR/9cRbVqASCmw3DhVyWdwAz9B6w/oPDFVlRCCEqDEgpqVYnGQn6s1rwt7AAdPSUhDqmYtSQHGWHJmcxo+IzqUS0gVrUo8IuVMHPct+kZk01TJgSVqK7gJvYEnY2GzCJ9mmCYylClgTSzoJfowV7nnAuBGjLnz2DKCQ1haw2zeJGcUjaaG2dL/V49hf6ACahKGURkPW5Sb/lAF/WGUaskpSrJGFObc2we8D1TVFRVQEkAE3qPIAN6kxn6ua5JsBze1u93PKEijVWEEuCBcONy3I2tDulEsLWq4JySoEC2QN45ZWsSkil6iLAmwffEMS9YpJsL7kmBRaYjQlfeiyn43wQCNyacjvA9ZqQkKmIIKkMgOLh8kC/+IV0y0ABCVs7kkA579IY04SSbhKeZDg2yWuTA9mAhMW4CiCSSwyxYbtm8KTEzFBKRUXPFYnPp9I1VTE/IHI7Me98Q+NYlwkJWhITYO1X0tDjKhmDOlFOUKYbEEP7tBZOpWlrhI5ABvfmYYm6aSb0qqFxxUsOajSp+wHrFPE/DAfLoUCFZASbAB3JUrG2IpcAkH0et4itZ7MkKHa7QDWz0KNRWAoklgkC/YMke5MU8Mkio1F9wHASkDJUVDi6AGE9bMAWJYB/MC+3drwaQo2JElCglRPEkMRskDHvyhvSaZJUVsug2CSQpyeYtbm31jAGsJHzJcmoBJu3fGI1NLqmlvTSVlzSctiou5f2hVXIBxJVLNPllSlOU0BwbWFKGtzLesKeKyEgJUDxK4VDiNJ3ap2DbE2gv2tYrCAyl2NyCX2BsfT9YJLlS0oFZBU9qQ5fqnf39ILsByXp0WKnII4XJrXbLAWbmfeKJ0EohCSRUSzgk5+W7jezE7+kFlz5ZQoLMxRF+VLYsmxHcGM3xLUJSwl2PDk3VvdrZ7QXQHQJ0FEtTCoBIBFL/sX6mMzVI80oRLsJZHCN1G5v3iJ1pWkIUCFlQU6burF7WtyvzggkFCqQklaH4QDT1JJSS3dPqIlrsIWVpVS6lVM5JJLFR6J7eg6x4iZQG3Iuosml9iXartGhN1iZaUtYsCoOCz4Yu7Ns0U12pCiCwVLADjizyACm94TW1MBCUcJKi4DADd/X6s8EkTEJdJZSgetxhgAoY6/WJrdIU1KlsPysUm25qZ29LdYzpnh066kgqTUnjUCCX3DhiB3h6HyFG8s0hJAUAMUqDi3PJT299oUmalIQsG9ZD9N3D3IaM6ZUUkEsAGe7vkDoDzf6R5o55mpuEppBYJtjNQLgv3tyh06Af00+WUpRUo0lg1rdXBe+0MDXpkihIqCjchnS1+fo9ox5OppFKUkqVYk5AD2xkZcNGp4eoJSy0hQSaiNypmA5Adg9olx9oA3kSuGa9SwSxJFIJHMgufZoovUBQ4XU1yTYEuzBPLvmByJXmFT2tZ+GkYsC4YcgBCoITwGlgzqrTjs4V7iBptAOykkcUtIFIKmAAFwxccg+0eSNYAUMPMsoh1EBzlkjJeCaWR56Folja6i79Aljz/3Apfh3kTUqmrSSlLhiSWP4efPkIa4tj6WAm+Lq8tTKCaiwpJCSBnbnzy0CV4kEjjBJewwXbLkcThmhafp2dUsJFyA4DB+VVgzsDmBJ0c3zJQUOAUpfhKdy2TcXw8UkmBFFJv5ksdCQP3iR5OQgKPDL9SkH6R5FUuwqNbxnRK+VRDoUokjdza+8Z87SVBIBdrFPUnOLx7EjOTp7DfIWb4UhCjUpRWkPSGb3LwhO0xrCaDxXHGC/dgIkSKT9p/AFyD1SyhQTSL7bBoY0epUUqCFEZqYken8tEiRbiqGUVPUSkEhjkAN7szweZPLJAJwwGzDp+8SJGbQjR0hKUhTCp+EddnPKB6iUg0ywlRK0kfNck9bUp3MSJEQdsSEpmnShpSUi4ertlt/U+0GGgBmsQKAguoZtyf8AcRIkatlCeoAo8tM0lQU4Sai55E4xDJWkS9wmzOkP2t13Lx5EhSBi9NanWSlLBgACD3vbvcxTWamaF0uyhm+G5frEiRokkhsJO1TqBCqWpLuc74GH6RJ04qX96t1vwsCT6ktbl+0SJEsVGnIFNqCpRwHCXO170+jwXU+IBCRKQVyytQUoguVNspTOw2ESJERbr5iPZunRUVKqKgpJUDgqyB2EPLQSVFbXFagkBkp2a28SJC6NgD8lLDid0mlGBzINsP6mEvEFqCEl3JsBgMd7f7iRIHzQIdl6QEBRNJosAKms73s+1oTXrUqlhKE0KS4WWz0SHtEiQXSYHmj0rhLpy7YJw3oH79opKkVLKABgp5Bx9XHtEiQCAy1XKBljxVFJ9wC/sIU1Kma7+hdx1PSJEiU7H0HNFMUlPCA554AG/Uk7wwrVFaqlLKgA5BABfAAd7HLxIkNbgZ329wEsWdzg3SNrACH9XPVMMshgCApKRjiwb4PaJEimthC69BUSaPr/AJiRIkY6mB//2Q==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3" name="AutoShape 10" descr="data:image/jpeg;base64,/9j/4AAQSkZJRgABAQAAAQABAAD/2wCEAAkGBxMTEhUUExMWFhUWGRkaGRcYGB4cGhweGh0YHB4gGx8cHigiGx8lGxwaITEhJSksLi4uHB8zODMsNygtLisBCgoKDg0OGxAQGywkICQsLCwsLCwsLCwvLCwsLCwsLCwsLCwsLCwsLCwsLCwsLCwsLCwsLCwsLCw0LCwsLCwsLP/AABEIALcBEwMBIgACEQEDEQH/xAAbAAACAwEBAQAAAAAAAAAAAAADBAACBQYBB//EAD0QAAECBQIEBAMHBAEEAgMAAAECEQADEiExBEEiUWFxBROBkQYyoRQjQlKxwfBi0eHxkhUzcoIkQweisv/EABkBAAMBAQEAAAAAAAAAAAAAAAABAgMEBf/EACwRAAICAQMCAgsBAQAAAAAAAAABAhEDEiExQVFh8AQTIjJxkaGxwdHxgRT/2gAMAwEAAhEDEQA/AMPShmSghOagx3OLfvB1Ti7plqV2ZgPZh7RekIQlKVXFyQLkdb5gRlpUoISglKjdN2JPNjjtHhRl3OEb8OlmYpUscRXZhZ37W/aHdf8AD3kBIUsL3dyKe3T+NHQ/D/gY0qStZBmqHohP5R15n05vgfE3iI8xIUqnfDm+3t+sZOb1KKMXk9tRRm6fUpKz0+YG3ryhhUiVSsG6lC1ha+zE/WFNDKuS54vxN+mT9Iak6MDiYlk2c39S1vb0izYRkyzUQgVEBg7i/POwhtelRwqUoHyxhLEEnLjHsYFqfD1OlRmCg7Fz7AjEe+Iz0pASnORnb9PaHbruMtN0lSyAWdLspmv2cjpFZnzAKKSWbf0c4I9oTkeJliSVEAl+XYdI0tP4glZIope1SRzvneJvfcR5MUEiqgKTjLt+sIzpnGKQo7gMPYcMXXJSLvUSeJL59mxBNLMQpYS4KU2dwbtkl7drxa8ACa2UCUBSqSbmwtbfmYqCgBkUkpDl8E9bgQc6NBW4pULsUiybfif3aPE6aUgfMWTdTKFRf0xn/MS+bASnrJLsEgZuAT/7GDr1QNLpCWLZeww537wWUpChWGcXSLA2NnbPtC69QiYC5YFOQb9rjH0gSsB1eoSUFxY5v+keIQKAWD7B2994zq1WTtZizWGzAERdE4kEJyNnc+jYEN2ASakvgEZuC4+sCWqoAAsLm2T6t+kOImkAu9SmF3SLbty6wYFNxw3ZrhIZvQwkBm6SakkqAw7ls25mGihSkovvb027GCeQEgoSQBZnsW3LnnAtJMmA02CUg3US3QPgf6g8AAqSpIUFVPY5duliIPLUFNgObG7Hk7vY8oFKn1ByLlwBybnzj3ykkAu5+g5m37xLHY6uWAmkKAvdXTl7xNZpQpKfvE223O9zz7xl6hawyQXexttm5wIInUqUgEva1sH+7dIbCjWVw5wkO73IP7mFRq5SlcYNhcKf9y8emdwJJYbU2tyv1/faKnRAAOQH/D357/3hNdRBJikmWVgewHp/uJp1U8TOMB7C4+sDUDRU1haluW4BNopp9W//AHFDD0t7doGAXWzlAVWtbbf9YFpdaogBKbBrm7Hd2a0M1FTO1JuAxdwNj/eLJ1qQkppHEbDl64hqgQqpYcKLJSTl8l2L7vF1eLcRsLWB2fDhxt0MGTSagopIAASLkN6sR3i0vQAJ4QASSS19uf7w00Mg804cjmw/eJCMvxRQDVG3JJ/vEgoBn4W8U0+nn16qWFpWCApqgnqUnZrYj6hpdNoFlMySiRUoOlSAA/W1gfrHxib4QsgrUEsDSLl25kPb2MTQ66ZpJ4m6b5ilNQKXC2fIA2uxjoxNR2e6GnXwPq3jegUxpch782j5f4yvzJhKVAo3NQbp/LR9S+GPjSRqmRMAlzSPkVhX/id+2YR+LPgATRXoymWsFzLI4Vdvynu/pGcfRlbnB7/Yzhhjqco/w+eaZKaACCZj4qDHk3LuImvEyUhk1FyxUWYEdDf1LQrPkTpayiamhafmCiAR1Z79CHeCo8UUlSUrAckNZk08x1PNoWll0NaWcSkqJJKQzi6WORjeCCUlUsZCnyaQGNiLm3R/WPNJONC6SCbkmsYHN+kJr1agVKpNwwJOPaJ4Ee6jQCtmCUv8oZy3NjCerkrQ4QCqokAZIPRum8aqJQpSTe+U5J3/AIIun8VQBKsJGXGNwXIs7Q0wEjJIACgMB0gu3qHB7RaTpAATSfZqX9XPtDCpDupJAVgggG/Jzdm7wFKSly7lndj7Zx6Qm9gB6pKhZRpTkA5PcXt3aB6tSmZCTzw5fmXsA2BDEhIwFAKN2N37FrQFM0VKVMpAU4Tw8ujcXR4E0AMOhAV8xqGzgk5G9vaLaooV96hnTlIsX2bmO3pASoqWSz2ASnDdnwe0VSgoYEPaktdu53MXt0GPSZPmhpgpmBNqgxthudrY7wqJBQFXUzWJNn5HlGhpEpATYqUj5SbkA89z2hqSp1mgAkjCXTY5O2ekKxGEnVAqFQWzsd2w+f0jRnahLhVLBJsBcFueWO+2YqtbKJUxuXF2HuBeAypwDzFJFOww3Lv9IWwwzzFGpnSCHSk/Tv2hsTRxBT5Fi7nthvpFtJqUpzuHCr77M1icQGZOQpRAQ4SLgkhh2O3pEtVyIaXKCylQdkkCxFvXkTs8D0emCSt1MfxOxbcFnhSX4gDXYHiZISAGtg2/jwYanPy2YFJttveB7MD3VGpRIDAhyR/aKppIAKex/n9oJMDpsHLhyQBnH+I9koSA5BCjZuvaJ6gLpkqYk/hFrARm6VazMurDlW6uw2EbsokgoLi7s9mHT/MI+IzFKWGBy5JDE8oalSHZ6NQS9SSlKgWAcm/4jAtRpsJQwoSxIS45+5i60oLEv72/SAfaSSwLuWIGARz5/WBO0AzInkUrmYZSWIyfblmCK1dY4RcFwS1vfEG0urBSC1rj+n+xO+N4K6VgcRCsgJFyQcn/AFDdUAsdOpVJUo4wMkX2i07VFMsE1U9bEk45wabPLKwOHlbsOUJS9dKIYuSVAUbdyDkQcgXkrBSKUJbs/wC8SCqKQWEtLf0uR6XiQvZAzNXrFh2TSo/huegN3u0WSkKQSxqBGT62KQH/AJmNXWAIlUm6iSenqf4IVCkplXQcFmLseez8oq6AX0ujqbLDKfw33qyI6f4e+N5+mV5c950sfiF5iR6/MO9+pjCXMpQxCgCBcMccwB+8A85N3BUjJYElufCWS3WKi3tXIqt2fYZ8jR+JSQTTMGy0lloPJ8pPMH1EfNvi74M1GlqWg+bIIYkJukf1sXHcAi12jM0GvXLmJXp1+X1sxSPzA/N2N+sfQ/hb/wDIEuefLnDy5lgFf/WsnYHKT0VzsTG6yRntPnuWp37/AMz5MutI+YW3Bf25WjWnT/lUoBRpdQAAJCcXbMfSfiD4C08+qZICZUw3IA4FHYkDB6j2j514p4TO0q6JstyWAbHU9RtYGM8mJxFKNAftgnE01JIaxL362+v0g/2JQSKrnrh/Vv19IYmT0SwEoQL3U/CkHoEni9SYWnaw0EmhNRZwgvj6wnipWwoMpIJVWaiG3wWbKf2hREssXekM5fI29PSM3zSFsCCGuDuewhhHiTgA4G4sPXnGLvqSaSZwpukgMeTAHozkmEdRISpLqq2YAexJyB0hueUhIKjbYMSCe4uGgbihj6MRd+9zDp2AqvQkMond6hdTD8JA294anJSEJY3AuWcuTcOeQ5NDHhngK5ztTKQPxzSWW2yRck9hDfifwbq5aQqitJuTLZRSNuFqvYEC94vRKitLMjWagpTlnFmYFm3Li/R4w5OqmhfATxH5nc+lxiOhX4VNRMVLnIAUEg0qPzJVjc/3HRoqfDZabq4aAbAvdRGOfZ4uMq2YikiaVpHmgqXjP63Y9nBgGsQfmIQRYqLMGH5Ui57wxNpcgOwP4SwL+5PW8XTPKwFBHFVS577JItCtci4OW0+uWvzCngqUAniIASosQBZ3Ajd0s1bqBUoKskEAU09ev8vGzrfA9MElLlCrkzA1j/4lgE+oPXaMVOlpUoIUFJTSHDuXtbn2hLPDItiI5YT91ldYoMU00kGouOTdAc8490k2YxL8lLez8gC0OyvD6iSpJpA/ELl/5vBkyAoMQ77G1LG2M9oSe1Fh5hSlQu9Z4QDhLC+TuYyjNJWaSaedyCcO+1usNSkOslI+Wwa5fAZwwHMQuEKUJiZtSEuWUDk7gctoNNjJpNe44Xz3DDa43G8Nz0k0kkBAsSCA+4sSDGboZCrKSogJJ+ZgwDf5h1SQpVYDkggjKemw2vC0AXMwUuHZwzkN/mLGWSbMcE/lcjPJ+sBISUCgMbgvVkX6hIa8BElSAlJUAFN8pyk4JJuHwLQtNCLyp5ExRSwpBzg8zjaDytfkktZr7jfYXhNaiotSph1v1JHLq7QWZpErNW7Bkv0LnPrmJoC0maialVQqG35uE5tt3jM1ulWmYCEu5+VJIB3ZPLtGrp5adgQUpapx6v8A2hpGmSylkpCk4UNgRtbPWCLopMzUa2eAPulC2ACw9hEh7/paTelV74iRoGwUTkoFCSqpV1FgWGbXhHVK4hY1KGOY6jZ48mrpnXIJIDgsL/lL4bv6ReZrEu1wXYnD9r4HqIKoQrqZKir7sOak8KWURtviGEoWlExPESbJYEqJe4PMbQbST0JmbYJfmemxi6QoKCiinq7KHUA/q0F9wFfsyiAFkcNlJY253BZzHiNMlCzcY5XAPPO3ONTTagu6ccQuHJ/UmEpq1FQoISBu4DEZtaBugNnwD4snaZgmqbp8cZFQ7E/L2Nj0j6N4dr9LrJbAAsXKCGWkndsg9RmPkq9KVSyTMUSBVc2t0zAdL4iuWELBpIJIUOFQfkeXTB5RcMrgKLcPd47eeD6F418HgOpArT/+w7845dXg6V2dmOG/jxq6f4o1+oOnk6XyalqUZk2YCB5aAl3SDZTqDAEv0u2748mTpUpVqigy1KpVMSClaVKwSkPWl7E7OLEOR3QrJG62NlUlaRwep+GwQ275pG/pFZfwXMmES5SgSkBRBWmq7saanSCx2aOu1/hRKBM0xTqZarcKh/o8v2jJV8L6takrEvylJ+VRmiob/Ml1ehMUvR8VcipAJHwJqSppsyUhAPCSScjYAUkPa7Yja0HwJLSeOd5qiMeWQj1YsR0s/W8afhfn6aUr7TMExSlOVhZU7gBi6QAzAWgE/wAaQjiBIBGAq1v6XZ+rRl6vFF7G8ccGrCo8MFQUsJSmW4DNSAm1+XYswtGarxWcDPUS6FLMuWg2DJcKN7l8W5ExZHxKfNlJCSQtRBJGzOY15glGWv7tyQWAAdxdI6MfrFrJFtRkY5dKemzktYtMzTzJwlMqWsOp6ioHIKjcgAu5P+Oc1awLZ3ILZ/puX9Y+j+D6dAT5JS4KeMd9vaFPEPgGQpdcqaof0KO/RbOPV+8c2WGuTcTJb3TPnq5S0EJCApShVSMtt/fMAm+OnSzUBUpBM1IKVzFFCUhRaomlW4Z2sH527RHw7NBWJ0qkbqACgU8nuHjnvibw2VrSlDmXMQaUcBYJxS1gUsA17MO0c02oyUZJtPmr28TLLNRai03Yh494ePPlJ1kzzlzBUjTyS0lCb8a1m63YswDsbgQQawVKlm4QSQQGJ5M3sQfSPfDdEQlEqYkedp1GWiddjKUApI60lRzjA3ck7TB5hsoh2ZY4m5/7hQpY4qO9fJ78pLhVXj3Nnoper4GNf5dAKgUgcVIYknYnke8Yem1Uw1AJKUlQL3bDco0dNWuWEqtVWwNzawBe9zET4WmVYMQOpzuAGPu8U90IbkJaXUQEh7AE8Rx6frCooJLqVYPs78nFm6mGJk0himxCWL222OA/PMLaZiUpFip33YfrE/AReXLqJombXG4Bf5sOH5RJssKJBNCEJYG4qI7Xc59BDOoQAVeWWDBqru2Mi+9jaEdUoTMJ4jYFlB93NwRf0ikBTy5SgopW9LkFhxNlzkF+WRFtMXDi6bKB3DHa75sGG8D8P0y0KWoELUygmkfi2+blC2m82WkOySRcslgDdsuT1i2kwH9XM8yYFipfD8uQkF9mZ+rxbTpUXrThLNLJF9nYEXs/aBgqIS3ClQDkpDlrvUf2gKdSriepgWIBNLWaw/E93iat7jGdHpBVliL3e59RdhDEgMr5qkXckhxfBzGf4pppgCbuVF2yC/M7QCV4utCqVJIN6jU5ztuC0ChfAjXVJBLkO+9r/WJF5erDWNvT97x7CoDDn6hKnINZN7gO5yzw3IVLUygChhxA59FF/ZotqhLASSGAJ3LO++x/l4r4lpBMQBWwJBADVdcEhv3iopUUK6DVIKipSSQksBVYN+azl40NT4gXSwFGW4kk9H3jPVpmBNMtKS6UgcJJzfYnuYDp5ClByp322DWZRNiPUwUugjR101KVIuEnLBdQA68NveBaDUlYGFKqN/6dnf8AWL6JLKSJqApRPCNr5PIhsQfSzSisAuzsCUkofkEscdITQUEIVwoSr5jdRSAwybHYCK6nRsqhRJvvhRBY5x6R7p9QsJSUpKlJJIA/ETzPaGJi5jVEEqsVOkPVi5GCRe4zULNFwiqsaEfF5Kpksy5bByCHDOU4IOUkXv1Y5jm5syaVJl6paqQXomFQLf0quCLC4bvaOgVqR5h8wp8xnSmsX9M4a0Y/ijTgv7wJSCCV08IN+FPMnkL55RpHJJOlsg3XGx0fwz4ujShSdMVlKlVqC1PxEAFjyt17x0w8YWKT5i9iUkuNzysGIwY+PeHLUCLkAByXa18ciWYRtyPGZC1FM5yxpKVLUpL8iklulxtGGWOWLbi3v2V/c48vrItzTb+Cv6Hea/4vKrS6ppcimUgrYjmTwp9SIzNR8S65KCoyZMlOAufOAucWli3Z4FL8QkJTSpYT+VKRc9mYBoNofKUt0pFTfMQCtu71RzYtct1Bv4/q19mc+OUp+1GLf+/i19mZI8a8SJCijT03+8JmS0j1mKCjfkL84vpfF/FSKmQEh3+6dJ6pL1KB5iOnk6APWJQJ/PRf/k37wyAwAZms0ar0yGJ1HEr8U19L+u3wB5ZRfu0YEn4311VI0yVt+KhaB/zWwHr9Y6DRfGaikmYAkp+dK1BLPi7XB2IzGOnTTayuxLlTFSkDisx+YGlHRnAsMjKTpZQU6JaEFajSsJSCC6qQBkEhi/eOqWWOVUlp8Y2/mm39v0VrfRnZeI/GpRLJKEi1qjnuCBGV4V8TabVMlYVppp5iuWT0ULj1AHeMTxbSS0pUpKEg3JIaogd7ntFfhnwtS1INCgks5ILAbuf5tHFJRyLrLtar7CjknJd72O2m+BzAioJTMSb1INSW9Db1tGPqdAKgUpGGawjqZDoLyyUH+n99j6vDEzVoXafLBJ/GjhV6g2Pf6R6kcEYRUV0PVjjUYpI4taUhQsCeQGD0imo0YUDSl7ct+ZcgP0js0+CoWPulhYGU/Ksdwbwj/wBNotu932994fqkw0HFStIbVIyWLhr9r4iytAuWTggukEG/e8dXM0NJNh09c5hZEi5sLc8Rm8K6i0nOaOStKlJTkgio39uvKPJ/hqkiyAVMxUQPrcX/AI0dGuVhQDENgZhbWEqY8iwDFg38zGbwpCowih2qsAOI7MMgbxefp0Oo08KwGazjoWb+0aOoQSKQ5Y5f99opNkCyQcc9r4HOF6oVGVr5ZCAEpBXSHuLJGBfBPo8Z2rPlqSlA/CFqIwCS+4tHT63RBSQbk57Afp6wrP0HABZ7XOM45N6Rm4NAZmn1sxRSpkhAYEPkmwHU7s1hFzohMUQC5GQGbd87tyMHTo0y1BK0AqChZ6Bs7Xz+sOaLSOtZq+ZT2SPYXtBGO4C6JSgAKEWDcQcsMP6RIf8AsKTcpPuB9HMSNdDCjnpOkuxUssTdjSDYtfc9IbwFKYVj8Ry2+7G28KapzwMokHhbc+znu3tB9GohKuAqWMqr+V7cTEewMc4D2qSiYCogolhIskXJ5Y+hMZeo4UgIlABR+UgvfcgOH9YtqJblIKgUqL2OWy5JztfEF06CCtSHCdixHD0NwYad8gPaOQAkutNCWbZ22YXMLr06FLKgyKTxcR9w979okzQpISVE0JFSiXBfmWP0hGVrgEqBYpd7nA2HPMNiD6uSCQ9QSCHu6ff64eHfFtcU6aYZKa0S0KJU1iKSWc7PdtsxmaGWlRKuI34gLZDhiQ5/loaXLC5dCnoJYJNncXDM5f0hQlpY1sz5n4WRNnJrXSAXe4JVlgQLEmO+MlUxVSmEwHhralPUJSWT3JUTvHuj+DtPImFRN6XCVcQBPYhrbuqLakUla1swAShIBv8ApbqTHRny65XErJUmKL1JSeJQJAVekkKPRg6QeaRveOe8Q8HmTfv1S5vG7UpqUo7AgfKBza/1jqtFPLUqJZOXDgPsLn0tGmifhKFGnA4x+g/xEY8rhwi1OKiklucXpvCJypE2qoGStmUk3SpLgCrBDFxs4xHnh+i1IIIE4S1EUlKAsY/EgKLF2Hr0aO80ArmzAQWWkoJ2JArSe7JWn/jCug1kxEkqRw0kAW+pIOG5hoIZ/aaktvP9OXG/akpLt5/J0Hwz4r4iEBKJunmpRYS5qFSl2JBsASMfiAd/WNdfxCkn/wCX4fOQxauWPMT3eXdu8cXJ8eUkBSwlaVE2IL9w4z1jf8A1CS5l6tRFuCaKiAwG5quQfxHPpGqjjyef2a6Ivzf3s3fDj4bPP3WoDv8AIpd37FjGkv4bl5CEqa4u/s/7Rh6vQS53/eky5pdgpLVDrxMU+ijCeo8HVLT/APB1M2TMBtLmLUZaujTAT6hxFRwaOIxf+f0Fi08RT+n7OkV4YhP/ANYS+eEB/Ro5v4f8dlTtXqtJLq+5U+BQGpSoJa/zvY7vCPh3x14lKnfZ9Tp5almwCj5ZVypVdCn2OHtmN7TfEWjlrUufoZmkmLauZ5XCpn+aZLsrJzGkcqXMa8+BUcke1efAfXpi+7QpN0S3zG1otVptQHkahCuygfpYiCnQTAXDHsf2N41UoS4ZompcGONCokPt7+h29IaUleCVEf1Eq9iXaCzZqk5SR3DQKXqycxdIrYGiQ+YErTBobTPBePQkHEFIRnHTAiF52hcBh3/tGuZI2jn/AIj8Y8s+VKvNLPYGnkGOVHlt6xjmnDHHVIyzZIYo6pB16QAMEuYErRXKqQ/1jXlyV0JrathU2H3aImVFaEy0kzBVolO5fo1mf0iq9KocJBI2ezN/eNzy+bx4qV6xLxBpOal+GOSWFy5fne7P1zDGj0zEqIy/8EaK9KSqwYQQSikXhLFQtIknTkWEu0SLKlLe2O8SDT4BTPny9SgLUEmgsxzb1Z37QZKRKTasJVcOq5PVjTCqdbWuogllWccRbqbj0jTlzwpN5ZUpywINhzcZ/l483VTogBPrdNKeF2DgFnGWxeLrUPMcqBCQzBR9XLMC+0WlzVzFkBILJLAEJII5hXT/AHARIBABUVqGSAzehUPcsO8Vp6hRpr1aqbKQACzMkg9Hv2IMYGu0ylznZw4+UMnsNvSLStSlSyJa1skXTbO5cWU/rB9VMlomoVh03BF39C0Er3Ex2UyQQEh1HJxbJtsMNF0zB5drG7YCeg6x5JmJWlJrpyDhwO72Jj1enCiEIoSKbOVHO4IF36CIVgkKmYAQEOTSCSohn32HvEVp61AEFAYcTAvvSFY9jF5Hg5U6StGCbBRNhYNa3N4tP1K1CmUCUygAMt1O4PvDSAoZZZTsaklNW6iLpBDAkiDS9AtMupISlbcS8JqNmCQ5qA6CEwoh3IQlIxgE8ywc94v9vJmAKUUypYfhURc8mL/secOLGjO8U1q9HpvNSv74qEshhYnicOOQ7Gz8o5TQLnJKJjmmaVJIUSAoM5dyxtfdrR2vjuklapJl0qSKgUqKr1Hdjs3MwLSfDqNOhKxNMxSXTxMyR/SNn3PTIjpx5scYO+S4uKT7iOgdU03T5aUguopAbvh4e+zJICgWJc1OyVAEENV/qNJOklpSk/iPFYgGp/fGYfHhspRSHcNUoPkv09owbT4IM/T+JTEsVcLb1OCOoc77gNGl4T8VrCVeayg5sRZQP094ztVJlqUQtQAckgDBGAAP3aEpPhqH4lqQpyQCOE8iNx9Ycckk9mCO4Oq0uqTRNQzsQxIA6p2B6gRv6FwmnzRMADCsMo8nUCxPWm8fOZOoKReylWSU5Pcg39g0aUnxJYNmAFnfDbk/wx0Q9J6yGpb2zqdX8O6eYapmnFRF1oF+fzSyFv1aMDxTS+JaUleg1Kp0oXMhZrmIAsQAriVd7fNsxhuX8UUWupmBYMXPIO/rGhJ+J5aqRMAJyAQC23u0bP1WT4jcYS55Evhr43105ClK0qJwQQlYQsIWCz3RMb6HnyMOS/izTmYRqZKtImqkGahSCeEFwoOggkt6GHdPJ0pmeahRlzLAqQp3FuEhVSWtyts0ahSSCHQsclCm3Uhwf+IioY2ls/yOEGlz+fPzEVydMUeYjVIoG5UCPcf2heT4pJLhM5CmZyC2bfibeL+IfBGimlzJCTzlkyz3NBAJ7gxzuo//ABiR/wBrVEdJiKvYgg/QxMlnjxTIn69e6k/oafj3jokppQoGYRZiDT1PXkIwvhLS1zTOXcINn3Ud/TPciKn4A1icTJKh1KkuP+Jjq9B4KZcpKcEC/U7/AFjljhy5M2rKtlwcccObLnUsqpLhDQ1QhisERnp0SgbRZMtVo9JHpDoIii0AQChTwGbViE2A8lukeqlAwjJmEQeXqDiGmBf7MOUSIZ0SAD47olJUtKQBWQ5mF6RzAFyD6mD6Ff3jGbSh8G4UO0G18yQfupYZSjSCpJAQNyQCST3YdIQqlo+7JSpVwkuA/bi3zePGcXZiaJQldUxWAQEsCHGxDhxC/wBlUscdZK8pxUNiVPwt6waWwlOocKQwZ+InmQHAH1g86WVy0lShbcksPUP7QKwEdFoAlKtgLlQ2PI2cwujwsTJqUock3qLgnnY9OUN6RVIWpKkUpyGUyqrBiFB/5aHJKkhBKUuzXUGUCbEJqsBBbABq9EmqygAbUpWxtuzAdbwSVLUhI+ZdyymJAByD6xRM9U1aaiCCaaX+UDrYE+phzW+Iy6AkXYttc9i6U9wIXQBSXqyhRGZhAD7D678o90khSnqexuxZv6X69IWXOShQsoLUWuQbnFwm31hyZraT5dksCxcEv3veElW4geglrLpYJpJKTZ0v/wCQJ+kT7KiqonzFgFlMEhhmoEhz2aD6WZWw+YDJUAQ/uQ/U4gKQHmJozZ0lIT6MM9RDT2GLypKmSwIDEBmHXmA/SLeJaz7uhVTuMjlz29jHs/UqTKKPMSkOyagHY9ySX6tGTKWJU1LpSa01AgBhs4cWUP8ARi1C0FGtrdSEpCgu6gwSRht3qv6j1gR1qw6WZwN7juOp3xGfP0yyQoOoHBSxe/Lbmxh4+HcDgmrdw5V3Y2AiXEKJMlMm8tSnuWuauu4bo0MyZ9b2JqAClVMkDmokgelovLllaCFMaaSCUuR0q+YfTaDeWUpKVJQoqBSBxfKd7hiSefvBQAdIgodALZZr3VZx6bwgEUzShyUpsVgAVYxcgDaHdJp5ygsXloc1E2LDAfLQhOQpF0l0k3s5PS4uPeDYQ3K1cug+WnhyoqLEl7AksGA/1CSqmBqqKjakh+jOKjfcNG5NnGZKFCDWA1PC7CzMcsHLM/SBzdApASun5DgsbkZUwAHZ2irrcYnImzpFS1FWHYXqpOST1tG14F8TzqFTJosbgON2NvSMvxHWqWUygQlQGxbrnA9784rKl12clQs7Br4ybHneNFlaYXR20j4xDgKSQ7dc9sxsy/iSXa+esfNdDIShRVNJs9FgS7cxgbW5xbVTlIlpUlCTUzqLrDdyeDk9o2j6VLqUps+sSvE0kO8GRqUmPlEjXzAGC7BJZwemwLqPb2jUR4utAS5d2sxcHd41j6VF8lLIfRakx4UAxxsrxs1XLAJfP9oYl/EYO5aNVmiytaOo8oRUyBGLpvHUl7u0Op8TSYtSTHaGDpBFJ+iBiydamCjUp5wx7Cf2QxId84RIA2Pgc1K3VMd3p63x2MHlKNSEF1EZrbh/9WIA6HPOL/ZyxuoBrA/MD0gmsKUuFVWSlrsVL/qO4jx9W9GAfTCh1FaSwP4b3/KkCn9hHukJXhwNi1+9/wB4yJmoqAJUxA/CHZsvbEOacrSpMtV02yHBB3AIYt7wkmKh3UzBLIBIdy5axJwSAbGKa3UlcwhQUgEX4S//AJPZhbMClJllSklaTcB6UtY4ZIa4t0hvxVC5kxJWEpQAGY8PQd+kOqA9kLlsEy0o4QXK3PqLGnfr1hfTzXq3FJpUenIuX7xQy1FIXUXSWdI4fbtvDcuYGqU3O6rHa7f/AM/WJb6AYUpIU82riCsF2Iy5KX32jTIBSVKSF3wKkM4sQMH1hyTPUsFCJSEqJykBDDewYN1PvEm6mmhChh3ZTPviohu7wN7AERoqkAE0hNwHcetw3djAtQlAYywSSHKr5OMn6NFUzgGUniUSynINiMXt9PWAarTJVMBxSHf8N+gS+InagLaXwjzSQtSy7k4At0UNt7g8o9neHJKAFUlDcJUpTBW1BBdulxHi/FkoPlhSyR+IAAdBdyR3Z4bla/hdaaiB8xLFuhBFukXbWw7EpGlSJiRRUoEMdgAN3/3BghNlUBQUo0od0/QgkQFExak0Iq81QKkgbjkcOWwRDP2ZaMIr8tISCkuSS2SHKb9omm+RGhqNRMUlqk2HEAQCD2TfFoQ84eUVLHJrbbveznnCGrRMLpqUblgCVMBcki5tDhEsy5ZLK5kks3VODyYiG13Az5vjhWmgpUXObC2RZKWYekFGtmFpUssV2UMFumwDesSb4YErrFLnASWHQO5z2Ah0y5qVPMopAB4lJq9Ak3Y82LRToGKypoQpIAK1F+EE37tZXYQ5otZNOBQClimlggejfUwlMmpEx0hQNmPzbFwLWHcvBZJpWkAEvm7BvS5aM/BCPdYFlglqRhSAEgsbAkZ9/SC6SWZ6qJyiLFy70NfIs/MGGZkqYgOEJKSAVKBA2twqIpJFnjOl6hKVcQbICEh878iwObxXPIx6WhKAUqPCBYhQNgWIKSGfqDAtTOpQEU0pIsVfMepAc37QmmcpSC7sFNKTcAhOSpzcE7O0JfbVqUUlTsHZJa73sEv3LesPT0EbS5iClKX3Aub2zblApk6tSUqBQjqTcOzhhzeENIXLJYhiyXNiLkXOe/KCI1AKASylCoJ6euD3eEwNKbqQ5BqCQwZi2bB3+pi2p1o/DxrT8xLADfb9DC61poSolKd3OcXKduzxmT9aZirMw+UFsf1WYnnBqAf0E1fmC6qFl3Zi278v8xuf9UUCUhNmscHO463jH0ktJJUal0pAKiLAJDgAnbvHiJpWHNkgmo1G4HygMf8AAioza4A2R4pMDqJ6Nd35cgYc03jBo4i6jgb/AOP8RiJ1SSmk2KyBZiQNqRuSdziLsE8IJfAqA6OzY/SNVmkh2zp9P4iSkG4fZ4kcsvTTyXQklJwah+4iRX/RMepmP4fUVK80vduRJ5udoNrtYJaSJTlWDOqA/wCOWAxF59K1Uhio2DAgP15RfVeHl0ldLCxSNjhyBa53eOVPlgZWmCAXWSVvwg7n8xb5ov4ksKWBkMOK4UOtg3oYbRofvAa7NxMzdusXloqmlKgAAWakX5XYsYcZBYgmSykpSoHckku/W7ejesM6kzFMJaakhru2cvj2hjU6ZKSohBsQABcXHNyRAdUhpaKhi7kWTsLH+GFdsQfxNfAg0qqAYDl3AeEUz0qAqLubdD9T6tAvEZTBJCiV3JLu7YYZEDleZUkkFmckA09TaG1e4GvqFTafKQhk2cB9tyWZT5ZwYRmylCY9JKQLi5JLYBNm6wY+IGkMslgWJZIvyu/uYt4bqTQyiTfhP5Tnpnm8OkAmhKyq4uq4Dg42wxHaD6KWy6vmLenu7+kOavULUUlQNhwnZj9PWByNWHCiwSMFgSW/pAO/aJfgB54ixULCot8oYDuQNurxVfFO8skvQxMsOwz69SPrB5MxBSVJrZ7OznskEWfrC0uUsTCtKglYvUpIDA5Hbu8ABvBtTSTQC1wpSQam74HvDnhmpSakhkubEqfq+4cRk6jxJKilKJYJcmxYe243uOkG0cxLzFJlhAuE1MxfLBnAfHKBwYUPavV0AECzUpWpJqYbgnn0HeAfaksoqqptgVG/t9XhZYqCwUMpG1VwT+zQFOqSMoqJBDFXCOphU73ANp1JmTkqKyoBSfwHPvaH9VMSlS6VBSnJJS4Hrzg/h2ioQyqfzMlwACNqQb9TCSNOlCisUhLgYyd8Wd9gIbaSAD5xClsGBpBAD+xILdxB9GtAqeoqDkBF/Zst0EU111FKC8sFyyWH/t/mF9IiYglQSFEJNgkEpfnuC3KDTvuFGjpFBSlIExh5TKJqvuCbG/S+8J+HacBSpjJNKSAGUbm17E9bQ1rJqJxKUpoURxFOSU3YgqY78hBZRTLSUhYFrpAD43LkgHH7w7ASWibKQSJJUCkjhQKg9+EUkZ5i/OMpGiuorCQqmpJCSCWYhwwIPb65jTXKlrQFqqSa/wABBSm2LkM57m8EmnzFLRMUQgSyEEOm5a5sxO1ge8Xew+hnyNTUtEwC5/U2Nhz+kHXpkSxxFlvZIWkpIIu/5Pf0ENy9LLSlHCLW4rrZweEWKj1ML6nw8TwtaHG5qN2ezAEglonUmxBJGplq+ZSVIUKWSW+X8rm52d/SA6pQWyJSKEdFnibYOOI9xCUjzJaimlQFwx4qeRDYOC/pD9JRT5ktdSksqmlKB/V8pYDlgQ6rgKKS65q0gkJQkkWp4U42LKL/AFjzXTVKQZYwTwueJR/9cRbVqASCmw3DhVyWdwAz9B6w/oPDFVlRCCEqDEgpqVYnGQn6s1rwt7AAdPSUhDqmYtSQHGWHJmcxo+IzqUS0gVrUo8IuVMHPct+kZk01TJgSVqK7gJvYEnY2GzCJ9mmCYylClgTSzoJfowV7nnAuBGjLnz2DKCQ1haw2zeJGcUjaaG2dL/V49hf6ACahKGURkPW5Sb/lAF/WGUaskpSrJGFObc2we8D1TVFRVQEkAE3qPIAN6kxn6ua5JsBze1u93PKEijVWEEuCBcONy3I2tDulEsLWq4JySoEC2QN45ZWsSkil6iLAmwffEMS9YpJsL7kmBRaYjQlfeiyn43wQCNyacjvA9ZqQkKmIIKkMgOLh8kC/+IV0y0ABCVs7kkA579IY04SSbhKeZDg2yWuTA9mAhMW4CiCSSwyxYbtm8KTEzFBKRUXPFYnPp9I1VTE/IHI7Me98Q+NYlwkJWhITYO1X0tDjKhmDOlFOUKYbEEP7tBZOpWlrhI5ABvfmYYm6aSb0qqFxxUsOajSp+wHrFPE/DAfLoUCFZASbAB3JUrG2IpcAkH0et4itZ7MkKHa7QDWz0KNRWAoklgkC/YMke5MU8Mkio1F9wHASkDJUVDi6AGE9bMAWJYB/MC+3drwaQo2JElCglRPEkMRskDHvyhvSaZJUVsug2CSQpyeYtbm31jAGsJHzJcmoBJu3fGI1NLqmlvTSVlzSctiou5f2hVXIBxJVLNPllSlOU0BwbWFKGtzLesKeKyEgJUDxK4VDiNJ3ap2DbE2gv2tYrCAyl2NyCX2BsfT9YJLlS0oFZBU9qQ5fqnf39ILsByXp0WKnII4XJrXbLAWbmfeKJ0EohCSRUSzgk5+W7jezE7+kFlz5ZQoLMxRF+VLYsmxHcGM3xLUJSwl2PDk3VvdrZ7QXQHQJ0FEtTCoBIBFL/sX6mMzVI80oRLsJZHCN1G5v3iJ1pWkIUCFlQU6burF7WtyvzggkFCqQklaH4QDT1JJSS3dPqIlrsIWVpVS6lVM5JJLFR6J7eg6x4iZQG3Iuosml9iXartGhN1iZaUtYsCoOCz4Yu7Ns0U12pCiCwVLADjizyACm94TW1MBCUcJKi4DADd/X6s8EkTEJdJZSgetxhgAoY6/WJrdIU1KlsPysUm25qZ29LdYzpnh066kgqTUnjUCCX3DhiB3h6HyFG8s0hJAUAMUqDi3PJT299oUmalIQsG9ZD9N3D3IaM6ZUUkEsAGe7vkDoDzf6R5o55mpuEppBYJtjNQLgv3tyh06Af00+WUpRUo0lg1rdXBe+0MDXpkihIqCjchnS1+fo9ox5OppFKUkqVYk5AD2xkZcNGp4eoJSy0hQSaiNypmA5Adg9olx9oA3kSuGa9SwSxJFIJHMgufZoovUBQ4XU1yTYEuzBPLvmByJXmFT2tZ+GkYsC4YcgBCoITwGlgzqrTjs4V7iBptAOykkcUtIFIKmAAFwxccg+0eSNYAUMPMsoh1EBzlkjJeCaWR56Folja6i79Aljz/3Apfh3kTUqmrSSlLhiSWP4efPkIa4tj6WAm+Lq8tTKCaiwpJCSBnbnzy0CV4kEjjBJewwXbLkcThmhafp2dUsJFyA4DB+VVgzsDmBJ0c3zJQUOAUpfhKdy2TcXw8UkmBFFJv5ksdCQP3iR5OQgKPDL9SkH6R5FUuwqNbxnRK+VRDoUokjdza+8Z87SVBIBdrFPUnOLx7EjOTp7DfIWb4UhCjUpRWkPSGb3LwhO0xrCaDxXHGC/dgIkSKT9p/AFyD1SyhQTSL7bBoY0epUUqCFEZqYken8tEiRbiqGUVPUSkEhjkAN7szweZPLJAJwwGzDp+8SJGbQjR0hKUhTCp+EddnPKB6iUg0ywlRK0kfNck9bUp3MSJEQdsSEpmnShpSUi4ertlt/U+0GGgBmsQKAguoZtyf8AcRIkatlCeoAo8tM0lQU4Sai55E4xDJWkS9wmzOkP2t13Lx5EhSBi9NanWSlLBgACD3vbvcxTWamaF0uyhm+G5frEiRokkhsJO1TqBCqWpLuc74GH6RJ04qX96t1vwsCT6ktbl+0SJEsVGnIFNqCpRwHCXO170+jwXU+IBCRKQVyytQUoguVNspTOw2ESJERbr5iPZunRUVKqKgpJUDgqyB2EPLQSVFbXFagkBkp2a28SJC6NgD8lLDid0mlGBzINsP6mEvEFqCEl3JsBgMd7f7iRIHzQIdl6QEBRNJosAKms73s+1oTXrUqlhKE0KS4WWz0SHtEiQXSYHmj0rhLpy7YJw3oH79opKkVLKABgp5Bx9XHtEiQCAy1XKBljxVFJ9wC/sIU1Kma7+hdx1PSJEiU7H0HNFMUlPCA554AG/Uk7wwrVFaqlLKgA5BABfAAd7HLxIkNbgZ329wEsWdzg3SNrACH9XPVMMshgCApKRjiwb4PaJEimthC69BUSaPr/AJiRIkY6mB//2Q==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4" name="AutoShape 12" descr="data:image/jpeg;base64,/9j/4AAQSkZJRgABAQAAAQABAAD/2wCEAAkGBxMTEhUUExMWFhUWGRkaGRcYGB4cGhweGh0YHB4gGx8cHigiGx8lGxwaITEhJSksLi4uHB8zODMsNygtLisBCgoKDg0OGxAQGywkICQsLCwsLCwsLCwvLCwsLCwsLCwsLCwsLCwsLCwsLCwsLCwsLCwsLCwsLCw0LCwsLCwsLP/AABEIALcBEwMBIgACEQEDEQH/xAAbAAACAwEBAQAAAAAAAAAAAAADBAACBQYBB//EAD0QAAECBQIEBAMHBAEEAgMAAAECEQADEiExBEEiUWFxBROBkQYyoRQjQlKxwfBi0eHxkhUzcoIkQweisv/EABkBAAMBAQEAAAAAAAAAAAAAAAABAgMEBf/EACwRAAICAQMCAgsBAQAAAAAAAAABAhEDEiExQVFh8AQTIjJxkaGxwdHxgRT/2gAMAwEAAhEDEQA/AMPShmSghOagx3OLfvB1Ti7plqV2ZgPZh7RekIQlKVXFyQLkdb5gRlpUoISglKjdN2JPNjjtHhRl3OEb8OlmYpUscRXZhZ37W/aHdf8AD3kBIUsL3dyKe3T+NHQ/D/gY0qStZBmqHohP5R15n05vgfE3iI8xIUqnfDm+3t+sZOb1KKMXk9tRRm6fUpKz0+YG3ryhhUiVSsG6lC1ha+zE/WFNDKuS54vxN+mT9Iak6MDiYlk2c39S1vb0izYRkyzUQgVEBg7i/POwhtelRwqUoHyxhLEEnLjHsYFqfD1OlRmCg7Fz7AjEe+Iz0pASnORnb9PaHbruMtN0lSyAWdLspmv2cjpFZnzAKKSWbf0c4I9oTkeJliSVEAl+XYdI0tP4glZIope1SRzvneJvfcR5MUEiqgKTjLt+sIzpnGKQo7gMPYcMXXJSLvUSeJL59mxBNLMQpYS4KU2dwbtkl7drxa8ACa2UCUBSqSbmwtbfmYqCgBkUkpDl8E9bgQc6NBW4pULsUiybfif3aPE6aUgfMWTdTKFRf0xn/MS+bASnrJLsEgZuAT/7GDr1QNLpCWLZeww537wWUpChWGcXSLA2NnbPtC69QiYC5YFOQb9rjH0gSsB1eoSUFxY5v+keIQKAWD7B2994zq1WTtZizWGzAERdE4kEJyNnc+jYEN2ASakvgEZuC4+sCWqoAAsLm2T6t+kOImkAu9SmF3SLbty6wYFNxw3ZrhIZvQwkBm6SakkqAw7ls25mGihSkovvb027GCeQEgoSQBZnsW3LnnAtJMmA02CUg3US3QPgf6g8AAqSpIUFVPY5duliIPLUFNgObG7Hk7vY8oFKn1ByLlwBybnzj3ykkAu5+g5m37xLHY6uWAmkKAvdXTl7xNZpQpKfvE223O9zz7xl6hawyQXexttm5wIInUqUgEva1sH+7dIbCjWVw5wkO73IP7mFRq5SlcYNhcKf9y8emdwJJYbU2tyv1/faKnRAAOQH/D357/3hNdRBJikmWVgewHp/uJp1U8TOMB7C4+sDUDRU1haluW4BNopp9W//AHFDD0t7doGAXWzlAVWtbbf9YFpdaogBKbBrm7Hd2a0M1FTO1JuAxdwNj/eLJ1qQkppHEbDl64hqgQqpYcKLJSTl8l2L7vF1eLcRsLWB2fDhxt0MGTSagopIAASLkN6sR3i0vQAJ4QASSS19uf7w00Mg804cjmw/eJCMvxRQDVG3JJ/vEgoBn4W8U0+nn16qWFpWCApqgnqUnZrYj6hpdNoFlMySiRUoOlSAA/W1gfrHxib4QsgrUEsDSLl25kPb2MTQ66ZpJ4m6b5ilNQKXC2fIA2uxjoxNR2e6GnXwPq3jegUxpch782j5f4yvzJhKVAo3NQbp/LR9S+GPjSRqmRMAlzSPkVhX/id+2YR+LPgATRXoymWsFzLI4Vdvynu/pGcfRlbnB7/Yzhhjqco/w+eaZKaACCZj4qDHk3LuImvEyUhk1FyxUWYEdDf1LQrPkTpayiamhafmCiAR1Z79CHeCo8UUlSUrAckNZk08x1PNoWll0NaWcSkqJJKQzi6WORjeCCUlUsZCnyaQGNiLm3R/WPNJONC6SCbkmsYHN+kJr1agVKpNwwJOPaJ4Ee6jQCtmCUv8oZy3NjCerkrQ4QCqokAZIPRum8aqJQpSTe+U5J3/AIIun8VQBKsJGXGNwXIs7Q0wEjJIACgMB0gu3qHB7RaTpAATSfZqX9XPtDCpDupJAVgggG/Jzdm7wFKSly7lndj7Zx6Qm9gB6pKhZRpTkA5PcXt3aB6tSmZCTzw5fmXsA2BDEhIwFAKN2N37FrQFM0VKVMpAU4Tw8ujcXR4E0AMOhAV8xqGzgk5G9vaLaooV96hnTlIsX2bmO3pASoqWSz2ASnDdnwe0VSgoYEPaktdu53MXt0GPSZPmhpgpmBNqgxthudrY7wqJBQFXUzWJNn5HlGhpEpATYqUj5SbkA89z2hqSp1mgAkjCXTY5O2ekKxGEnVAqFQWzsd2w+f0jRnahLhVLBJsBcFueWO+2YqtbKJUxuXF2HuBeAypwDzFJFOww3Lv9IWwwzzFGpnSCHSk/Tv2hsTRxBT5Fi7nthvpFtJqUpzuHCr77M1icQGZOQpRAQ4SLgkhh2O3pEtVyIaXKCylQdkkCxFvXkTs8D0emCSt1MfxOxbcFnhSX4gDXYHiZISAGtg2/jwYanPy2YFJttveB7MD3VGpRIDAhyR/aKppIAKex/n9oJMDpsHLhyQBnH+I9koSA5BCjZuvaJ6gLpkqYk/hFrARm6VazMurDlW6uw2EbsokgoLi7s9mHT/MI+IzFKWGBy5JDE8oalSHZ6NQS9SSlKgWAcm/4jAtRpsJQwoSxIS45+5i60oLEv72/SAfaSSwLuWIGARz5/WBO0AzInkUrmYZSWIyfblmCK1dY4RcFwS1vfEG0urBSC1rj+n+xO+N4K6VgcRCsgJFyQcn/AFDdUAsdOpVJUo4wMkX2i07VFMsE1U9bEk45wabPLKwOHlbsOUJS9dKIYuSVAUbdyDkQcgXkrBSKUJbs/wC8SCqKQWEtLf0uR6XiQvZAzNXrFh2TSo/huegN3u0WSkKQSxqBGT62KQH/AJmNXWAIlUm6iSenqf4IVCkplXQcFmLseez8oq6AX0ujqbLDKfw33qyI6f4e+N5+mV5c950sfiF5iR6/MO9+pjCXMpQxCgCBcMccwB+8A85N3BUjJYElufCWS3WKi3tXIqt2fYZ8jR+JSQTTMGy0lloPJ8pPMH1EfNvi74M1GlqWg+bIIYkJukf1sXHcAi12jM0GvXLmJXp1+X1sxSPzA/N2N+sfQ/hb/wDIEuefLnDy5lgFf/WsnYHKT0VzsTG6yRntPnuWp37/AMz5MutI+YW3Bf25WjWnT/lUoBRpdQAAJCcXbMfSfiD4C08+qZICZUw3IA4FHYkDB6j2j514p4TO0q6JstyWAbHU9RtYGM8mJxFKNAftgnE01JIaxL362+v0g/2JQSKrnrh/Vv19IYmT0SwEoQL3U/CkHoEni9SYWnaw0EmhNRZwgvj6wnipWwoMpIJVWaiG3wWbKf2hREssXekM5fI29PSM3zSFsCCGuDuewhhHiTgA4G4sPXnGLvqSaSZwpukgMeTAHozkmEdRISpLqq2YAexJyB0hueUhIKjbYMSCe4uGgbihj6MRd+9zDp2AqvQkMond6hdTD8JA294anJSEJY3AuWcuTcOeQ5NDHhngK5ztTKQPxzSWW2yRck9hDfifwbq5aQqitJuTLZRSNuFqvYEC94vRKitLMjWagpTlnFmYFm3Li/R4w5OqmhfATxH5nc+lxiOhX4VNRMVLnIAUEg0qPzJVjc/3HRoqfDZabq4aAbAvdRGOfZ4uMq2YikiaVpHmgqXjP63Y9nBgGsQfmIQRYqLMGH5Ui57wxNpcgOwP4SwL+5PW8XTPKwFBHFVS577JItCtci4OW0+uWvzCngqUAniIASosQBZ3Ajd0s1bqBUoKskEAU09ev8vGzrfA9MElLlCrkzA1j/4lgE+oPXaMVOlpUoIUFJTSHDuXtbn2hLPDItiI5YT91ldYoMU00kGouOTdAc8490k2YxL8lLez8gC0OyvD6iSpJpA/ELl/5vBkyAoMQ77G1LG2M9oSe1Fh5hSlQu9Z4QDhLC+TuYyjNJWaSaedyCcO+1usNSkOslI+Wwa5fAZwwHMQuEKUJiZtSEuWUDk7gctoNNjJpNe44Xz3DDa43G8Nz0k0kkBAsSCA+4sSDGboZCrKSogJJ+ZgwDf5h1SQpVYDkggjKemw2vC0AXMwUuHZwzkN/mLGWSbMcE/lcjPJ+sBISUCgMbgvVkX6hIa8BElSAlJUAFN8pyk4JJuHwLQtNCLyp5ExRSwpBzg8zjaDytfkktZr7jfYXhNaiotSph1v1JHLq7QWZpErNW7Bkv0LnPrmJoC0maialVQqG35uE5tt3jM1ulWmYCEu5+VJIB3ZPLtGrp5adgQUpapx6v8A2hpGmSylkpCk4UNgRtbPWCLopMzUa2eAPulC2ACw9hEh7/paTelV74iRoGwUTkoFCSqpV1FgWGbXhHVK4hY1KGOY6jZ48mrpnXIJIDgsL/lL4bv6ReZrEu1wXYnD9r4HqIKoQrqZKir7sOak8KWURtviGEoWlExPESbJYEqJe4PMbQbST0JmbYJfmemxi6QoKCiinq7KHUA/q0F9wFfsyiAFkcNlJY253BZzHiNMlCzcY5XAPPO3ONTTagu6ccQuHJ/UmEpq1FQoISBu4DEZtaBugNnwD4snaZgmqbp8cZFQ7E/L2Nj0j6N4dr9LrJbAAsXKCGWkndsg9RmPkq9KVSyTMUSBVc2t0zAdL4iuWELBpIJIUOFQfkeXTB5RcMrgKLcPd47eeD6F418HgOpArT/+w7845dXg6V2dmOG/jxq6f4o1+oOnk6XyalqUZk2YCB5aAl3SDZTqDAEv0u2748mTpUpVqigy1KpVMSClaVKwSkPWl7E7OLEOR3QrJG62NlUlaRwep+GwQ275pG/pFZfwXMmES5SgSkBRBWmq7saanSCx2aOu1/hRKBM0xTqZarcKh/o8v2jJV8L6takrEvylJ+VRmiob/Ml1ehMUvR8VcipAJHwJqSppsyUhAPCSScjYAUkPa7Yja0HwJLSeOd5qiMeWQj1YsR0s/W8afhfn6aUr7TMExSlOVhZU7gBi6QAzAWgE/wAaQjiBIBGAq1v6XZ+rRl6vFF7G8ccGrCo8MFQUsJSmW4DNSAm1+XYswtGarxWcDPUS6FLMuWg2DJcKN7l8W5ExZHxKfNlJCSQtRBJGzOY15glGWv7tyQWAAdxdI6MfrFrJFtRkY5dKemzktYtMzTzJwlMqWsOp6ioHIKjcgAu5P+Oc1awLZ3ILZ/puX9Y+j+D6dAT5JS4KeMd9vaFPEPgGQpdcqaof0KO/RbOPV+8c2WGuTcTJb3TPnq5S0EJCApShVSMtt/fMAm+OnSzUBUpBM1IKVzFFCUhRaomlW4Z2sH527RHw7NBWJ0qkbqACgU8nuHjnvibw2VrSlDmXMQaUcBYJxS1gUsA17MO0c02oyUZJtPmr28TLLNRai03Yh494ePPlJ1kzzlzBUjTyS0lCb8a1m63YswDsbgQQawVKlm4QSQQGJ5M3sQfSPfDdEQlEqYkedp1GWiddjKUApI60lRzjA3ck7TB5hsoh2ZY4m5/7hQpY4qO9fJ78pLhVXj3Nnoper4GNf5dAKgUgcVIYknYnke8Yem1Uw1AJKUlQL3bDco0dNWuWEqtVWwNzawBe9zET4WmVYMQOpzuAGPu8U90IbkJaXUQEh7AE8Rx6frCooJLqVYPs78nFm6mGJk0himxCWL222OA/PMLaZiUpFip33YfrE/AReXLqJombXG4Bf5sOH5RJssKJBNCEJYG4qI7Xc59BDOoQAVeWWDBqru2Mi+9jaEdUoTMJ4jYFlB93NwRf0ikBTy5SgopW9LkFhxNlzkF+WRFtMXDi6bKB3DHa75sGG8D8P0y0KWoELUygmkfi2+blC2m82WkOySRcslgDdsuT1i2kwH9XM8yYFipfD8uQkF9mZ+rxbTpUXrThLNLJF9nYEXs/aBgqIS3ClQDkpDlrvUf2gKdSriepgWIBNLWaw/E93iat7jGdHpBVliL3e59RdhDEgMr5qkXckhxfBzGf4pppgCbuVF2yC/M7QCV4utCqVJIN6jU5ztuC0ChfAjXVJBLkO+9r/WJF5erDWNvT97x7CoDDn6hKnINZN7gO5yzw3IVLUygChhxA59FF/ZotqhLASSGAJ3LO++x/l4r4lpBMQBWwJBADVdcEhv3iopUUK6DVIKipSSQksBVYN+azl40NT4gXSwFGW4kk9H3jPVpmBNMtKS6UgcJJzfYnuYDp5ClByp322DWZRNiPUwUugjR101KVIuEnLBdQA68NveBaDUlYGFKqN/6dnf8AWL6JLKSJqApRPCNr5PIhsQfSzSisAuzsCUkofkEscdITQUEIVwoSr5jdRSAwybHYCK6nRsqhRJvvhRBY5x6R7p9QsJSUpKlJJIA/ETzPaGJi5jVEEqsVOkPVi5GCRe4zULNFwiqsaEfF5Kpksy5bByCHDOU4IOUkXv1Y5jm5syaVJl6paqQXomFQLf0quCLC4bvaOgVqR5h8wp8xnSmsX9M4a0Y/ijTgv7wJSCCV08IN+FPMnkL55RpHJJOlsg3XGx0fwz4ujShSdMVlKlVqC1PxEAFjyt17x0w8YWKT5i9iUkuNzysGIwY+PeHLUCLkAByXa18ciWYRtyPGZC1FM5yxpKVLUpL8iklulxtGGWOWLbi3v2V/c48vrItzTb+Cv6Hea/4vKrS6ppcimUgrYjmTwp9SIzNR8S65KCoyZMlOAufOAucWli3Z4FL8QkJTSpYT+VKRc9mYBoNofKUt0pFTfMQCtu71RzYtct1Bv4/q19mc+OUp+1GLf+/i19mZI8a8SJCijT03+8JmS0j1mKCjfkL84vpfF/FSKmQEh3+6dJ6pL1KB5iOnk6APWJQJ/PRf/k37wyAwAZms0ar0yGJ1HEr8U19L+u3wB5ZRfu0YEn4311VI0yVt+KhaB/zWwHr9Y6DRfGaikmYAkp+dK1BLPi7XB2IzGOnTTayuxLlTFSkDisx+YGlHRnAsMjKTpZQU6JaEFajSsJSCC6qQBkEhi/eOqWWOVUlp8Y2/mm39v0VrfRnZeI/GpRLJKEi1qjnuCBGV4V8TabVMlYVppp5iuWT0ULj1AHeMTxbSS0pUpKEg3JIaogd7ntFfhnwtS1INCgks5ILAbuf5tHFJRyLrLtar7CjknJd72O2m+BzAioJTMSb1INSW9Db1tGPqdAKgUpGGawjqZDoLyyUH+n99j6vDEzVoXafLBJ/GjhV6g2Pf6R6kcEYRUV0PVjjUYpI4taUhQsCeQGD0imo0YUDSl7ct+ZcgP0js0+CoWPulhYGU/Ksdwbwj/wBNotu932994fqkw0HFStIbVIyWLhr9r4iytAuWTggukEG/e8dXM0NJNh09c5hZEi5sLc8Rm8K6i0nOaOStKlJTkgio39uvKPJ/hqkiyAVMxUQPrcX/AI0dGuVhQDENgZhbWEqY8iwDFg38zGbwpCowih2qsAOI7MMgbxefp0Oo08KwGazjoWb+0aOoQSKQ5Y5f99opNkCyQcc9r4HOF6oVGVr5ZCAEpBXSHuLJGBfBPo8Z2rPlqSlA/CFqIwCS+4tHT63RBSQbk57Afp6wrP0HABZ7XOM45N6Rm4NAZmn1sxRSpkhAYEPkmwHU7s1hFzohMUQC5GQGbd87tyMHTo0y1BK0AqChZ6Bs7Xz+sOaLSOtZq+ZT2SPYXtBGO4C6JSgAKEWDcQcsMP6RIf8AsKTcpPuB9HMSNdDCjnpOkuxUssTdjSDYtfc9IbwFKYVj8Ry2+7G28KapzwMokHhbc+znu3tB9GohKuAqWMqr+V7cTEewMc4D2qSiYCogolhIskXJ5Y+hMZeo4UgIlABR+UgvfcgOH9YtqJblIKgUqL2OWy5JztfEF06CCtSHCdixHD0NwYad8gPaOQAkutNCWbZ22YXMLr06FLKgyKTxcR9w979okzQpISVE0JFSiXBfmWP0hGVrgEqBYpd7nA2HPMNiD6uSCQ9QSCHu6ff64eHfFtcU6aYZKa0S0KJU1iKSWc7PdtsxmaGWlRKuI34gLZDhiQ5/loaXLC5dCnoJYJNncXDM5f0hQlpY1sz5n4WRNnJrXSAXe4JVlgQLEmO+MlUxVSmEwHhralPUJSWT3JUTvHuj+DtPImFRN6XCVcQBPYhrbuqLakUla1swAShIBv8ApbqTHRny65XErJUmKL1JSeJQJAVekkKPRg6QeaRveOe8Q8HmTfv1S5vG7UpqUo7AgfKBza/1jqtFPLUqJZOXDgPsLn0tGmifhKFGnA4x+g/xEY8rhwi1OKiklucXpvCJypE2qoGStmUk3SpLgCrBDFxs4xHnh+i1IIIE4S1EUlKAsY/EgKLF2Hr0aO80ArmzAQWWkoJ2JArSe7JWn/jCug1kxEkqRw0kAW+pIOG5hoIZ/aaktvP9OXG/akpLt5/J0Hwz4r4iEBKJunmpRYS5qFSl2JBsASMfiAd/WNdfxCkn/wCX4fOQxauWPMT3eXdu8cXJ8eUkBSwlaVE2IL9w4z1jf8A1CS5l6tRFuCaKiAwG5quQfxHPpGqjjyef2a6Ivzf3s3fDj4bPP3WoDv8AIpd37FjGkv4bl5CEqa4u/s/7Rh6vQS53/eky5pdgpLVDrxMU+ijCeo8HVLT/APB1M2TMBtLmLUZaujTAT6hxFRwaOIxf+f0Fi08RT+n7OkV4YhP/ANYS+eEB/Ro5v4f8dlTtXqtJLq+5U+BQGpSoJa/zvY7vCPh3x14lKnfZ9Tp5almwCj5ZVypVdCn2OHtmN7TfEWjlrUufoZmkmLauZ5XCpn+aZLsrJzGkcqXMa8+BUcke1efAfXpi+7QpN0S3zG1otVptQHkahCuygfpYiCnQTAXDHsf2N41UoS4ZompcGONCokPt7+h29IaUleCVEf1Eq9iXaCzZqk5SR3DQKXqycxdIrYGiQ+YErTBobTPBePQkHEFIRnHTAiF52hcBh3/tGuZI2jn/AIj8Y8s+VKvNLPYGnkGOVHlt6xjmnDHHVIyzZIYo6pB16QAMEuYErRXKqQ/1jXlyV0JrathU2H3aImVFaEy0kzBVolO5fo1mf0iq9KocJBI2ezN/eNzy+bx4qV6xLxBpOal+GOSWFy5fne7P1zDGj0zEqIy/8EaK9KSqwYQQSikXhLFQtIknTkWEu0SLKlLe2O8SDT4BTPny9SgLUEmgsxzb1Z37QZKRKTasJVcOq5PVjTCqdbWuogllWccRbqbj0jTlzwpN5ZUpywINhzcZ/l483VTogBPrdNKeF2DgFnGWxeLrUPMcqBCQzBR9XLMC+0WlzVzFkBILJLAEJII5hXT/AHARIBABUVqGSAzehUPcsO8Vp6hRpr1aqbKQACzMkg9Hv2IMYGu0ylznZw4+UMnsNvSLStSlSyJa1skXTbO5cWU/rB9VMlomoVh03BF39C0Er3Ex2UyQQEh1HJxbJtsMNF0zB5drG7YCeg6x5JmJWlJrpyDhwO72Jj1enCiEIoSKbOVHO4IF36CIVgkKmYAQEOTSCSohn32HvEVp61AEFAYcTAvvSFY9jF5Hg5U6StGCbBRNhYNa3N4tP1K1CmUCUygAMt1O4PvDSAoZZZTsaklNW6iLpBDAkiDS9AtMupISlbcS8JqNmCQ5qA6CEwoh3IQlIxgE8ywc94v9vJmAKUUypYfhURc8mL/secOLGjO8U1q9HpvNSv74qEshhYnicOOQ7Gz8o5TQLnJKJjmmaVJIUSAoM5dyxtfdrR2vjuklapJl0qSKgUqKr1Hdjs3MwLSfDqNOhKxNMxSXTxMyR/SNn3PTIjpx5scYO+S4uKT7iOgdU03T5aUguopAbvh4e+zJICgWJc1OyVAEENV/qNJOklpSk/iPFYgGp/fGYfHhspRSHcNUoPkv09owbT4IM/T+JTEsVcLb1OCOoc77gNGl4T8VrCVeayg5sRZQP094ztVJlqUQtQAckgDBGAAP3aEpPhqH4lqQpyQCOE8iNx9Ycckk9mCO4Oq0uqTRNQzsQxIA6p2B6gRv6FwmnzRMADCsMo8nUCxPWm8fOZOoKReylWSU5Pcg39g0aUnxJYNmAFnfDbk/wx0Q9J6yGpb2zqdX8O6eYapmnFRF1oF+fzSyFv1aMDxTS+JaUleg1Kp0oXMhZrmIAsQAriVd7fNsxhuX8UUWupmBYMXPIO/rGhJ+J5aqRMAJyAQC23u0bP1WT4jcYS55Evhr43105ClK0qJwQQlYQsIWCz3RMb6HnyMOS/izTmYRqZKtImqkGahSCeEFwoOggkt6GHdPJ0pmeahRlzLAqQp3FuEhVSWtyts0ahSSCHQsclCm3Uhwf+IioY2ls/yOEGlz+fPzEVydMUeYjVIoG5UCPcf2heT4pJLhM5CmZyC2bfibeL+IfBGimlzJCTzlkyz3NBAJ7gxzuo//ABiR/wBrVEdJiKvYgg/QxMlnjxTIn69e6k/oafj3jokppQoGYRZiDT1PXkIwvhLS1zTOXcINn3Ud/TPciKn4A1icTJKh1KkuP+Jjq9B4KZcpKcEC/U7/AFjljhy5M2rKtlwcccObLnUsqpLhDQ1QhisERnp0SgbRZMtVo9JHpDoIii0AQChTwGbViE2A8lukeqlAwjJmEQeXqDiGmBf7MOUSIZ0SAD47olJUtKQBWQ5mF6RzAFyD6mD6Ff3jGbSh8G4UO0G18yQfupYZSjSCpJAQNyQCST3YdIQqlo+7JSpVwkuA/bi3zePGcXZiaJQldUxWAQEsCHGxDhxC/wBlUscdZK8pxUNiVPwt6waWwlOocKQwZ+InmQHAH1g86WVy0lShbcksPUP7QKwEdFoAlKtgLlQ2PI2cwujwsTJqUock3qLgnnY9OUN6RVIWpKkUpyGUyqrBiFB/5aHJKkhBKUuzXUGUCbEJqsBBbABq9EmqygAbUpWxtuzAdbwSVLUhI+ZdyymJAByD6xRM9U1aaiCCaaX+UDrYE+phzW+Iy6AkXYttc9i6U9wIXQBSXqyhRGZhAD7D678o90khSnqexuxZv6X69IWXOShQsoLUWuQbnFwm31hyZraT5dksCxcEv3veElW4geglrLpYJpJKTZ0v/wCQJ+kT7KiqonzFgFlMEhhmoEhz2aD6WZWw+YDJUAQ/uQ/U4gKQHmJozZ0lIT6MM9RDT2GLypKmSwIDEBmHXmA/SLeJaz7uhVTuMjlz29jHs/UqTKKPMSkOyagHY9ySX6tGTKWJU1LpSa01AgBhs4cWUP8ARi1C0FGtrdSEpCgu6gwSRht3qv6j1gR1qw6WZwN7juOp3xGfP0yyQoOoHBSxe/Lbmxh4+HcDgmrdw5V3Y2AiXEKJMlMm8tSnuWuauu4bo0MyZ9b2JqAClVMkDmokgelovLllaCFMaaSCUuR0q+YfTaDeWUpKVJQoqBSBxfKd7hiSefvBQAdIgodALZZr3VZx6bwgEUzShyUpsVgAVYxcgDaHdJp5ygsXloc1E2LDAfLQhOQpF0l0k3s5PS4uPeDYQ3K1cug+WnhyoqLEl7AksGA/1CSqmBqqKjakh+jOKjfcNG5NnGZKFCDWA1PC7CzMcsHLM/SBzdApASun5DgsbkZUwAHZ2irrcYnImzpFS1FWHYXqpOST1tG14F8TzqFTJosbgON2NvSMvxHWqWUygQlQGxbrnA9784rKl12clQs7Br4ybHneNFlaYXR20j4xDgKSQ7dc9sxsy/iSXa+esfNdDIShRVNJs9FgS7cxgbW5xbVTlIlpUlCTUzqLrDdyeDk9o2j6VLqUps+sSvE0kO8GRqUmPlEjXzAGC7BJZwemwLqPb2jUR4utAS5d2sxcHd41j6VF8lLIfRakx4UAxxsrxs1XLAJfP9oYl/EYO5aNVmiytaOo8oRUyBGLpvHUl7u0Op8TSYtSTHaGDpBFJ+iBiydamCjUp5wx7Cf2QxId84RIA2Pgc1K3VMd3p63x2MHlKNSEF1EZrbh/9WIA6HPOL/ZyxuoBrA/MD0gmsKUuFVWSlrsVL/qO4jx9W9GAfTCh1FaSwP4b3/KkCn9hHukJXhwNi1+9/wB4yJmoqAJUxA/CHZsvbEOacrSpMtV02yHBB3AIYt7wkmKh3UzBLIBIdy5axJwSAbGKa3UlcwhQUgEX4S//AJPZhbMClJllSklaTcB6UtY4ZIa4t0hvxVC5kxJWEpQAGY8PQd+kOqA9kLlsEy0o4QXK3PqLGnfr1hfTzXq3FJpUenIuX7xQy1FIXUXSWdI4fbtvDcuYGqU3O6rHa7f/AM/WJb6AYUpIU82riCsF2Iy5KX32jTIBSVKSF3wKkM4sQMH1hyTPUsFCJSEqJykBDDewYN1PvEm6mmhChh3ZTPviohu7wN7AERoqkAE0hNwHcetw3djAtQlAYywSSHKr5OMn6NFUzgGUniUSynINiMXt9PWAarTJVMBxSHf8N+gS+InagLaXwjzSQtSy7k4At0UNt7g8o9neHJKAFUlDcJUpTBW1BBdulxHi/FkoPlhSyR+IAAdBdyR3Z4bla/hdaaiB8xLFuhBFukXbWw7EpGlSJiRRUoEMdgAN3/3BghNlUBQUo0od0/QgkQFExak0Iq81QKkgbjkcOWwRDP2ZaMIr8tISCkuSS2SHKb9omm+RGhqNRMUlqk2HEAQCD2TfFoQ84eUVLHJrbbveznnCGrRMLpqUblgCVMBcki5tDhEsy5ZLK5kks3VODyYiG13Az5vjhWmgpUXObC2RZKWYekFGtmFpUssV2UMFumwDesSb4YErrFLnASWHQO5z2Ah0y5qVPMopAB4lJq9Ak3Y82LRToGKypoQpIAK1F+EE37tZXYQ5otZNOBQClimlggejfUwlMmpEx0hQNmPzbFwLWHcvBZJpWkAEvm7BvS5aM/BCPdYFlglqRhSAEgsbAkZ9/SC6SWZ6qJyiLFy70NfIs/MGGZkqYgOEJKSAVKBA2twqIpJFnjOl6hKVcQbICEh878iwObxXPIx6WhKAUqPCBYhQNgWIKSGfqDAtTOpQEU0pIsVfMepAc37QmmcpSC7sFNKTcAhOSpzcE7O0JfbVqUUlTsHZJa73sEv3LesPT0EbS5iClKX3Aub2zblApk6tSUqBQjqTcOzhhzeENIXLJYhiyXNiLkXOe/KCI1AKASylCoJ6euD3eEwNKbqQ5BqCQwZi2bB3+pi2p1o/DxrT8xLADfb9DC61poSolKd3OcXKduzxmT9aZirMw+UFsf1WYnnBqAf0E1fmC6qFl3Zi278v8xuf9UUCUhNmscHO463jH0ktJJUal0pAKiLAJDgAnbvHiJpWHNkgmo1G4HygMf8AAioza4A2R4pMDqJ6Nd35cgYc03jBo4i6jgb/AOP8RiJ1SSmk2KyBZiQNqRuSdziLsE8IJfAqA6OzY/SNVmkh2zp9P4iSkG4fZ4kcsvTTyXQklJwah+4iRX/RMepmP4fUVK80vduRJ5udoNrtYJaSJTlWDOqA/wCOWAxF59K1Uhio2DAgP15RfVeHl0ldLCxSNjhyBa53eOVPlgZWmCAXWSVvwg7n8xb5ov4ksKWBkMOK4UOtg3oYbRofvAa7NxMzdusXloqmlKgAAWakX5XYsYcZBYgmSykpSoHckku/W7ejesM6kzFMJaakhru2cvj2hjU6ZKSohBsQABcXHNyRAdUhpaKhi7kWTsLH+GFdsQfxNfAg0qqAYDl3AeEUz0qAqLubdD9T6tAvEZTBJCiV3JLu7YYZEDleZUkkFmckA09TaG1e4GvqFTafKQhk2cB9tyWZT5ZwYRmylCY9JKQLi5JLYBNm6wY+IGkMslgWJZIvyu/uYt4bqTQyiTfhP5Tnpnm8OkAmhKyq4uq4Dg42wxHaD6KWy6vmLenu7+kOavULUUlQNhwnZj9PWByNWHCiwSMFgSW/pAO/aJfgB54ixULCot8oYDuQNurxVfFO8skvQxMsOwz69SPrB5MxBSVJrZ7OznskEWfrC0uUsTCtKglYvUpIDA5Hbu8ABvBtTSTQC1wpSQam74HvDnhmpSakhkubEqfq+4cRk6jxJKilKJYJcmxYe243uOkG0cxLzFJlhAuE1MxfLBnAfHKBwYUPavV0AECzUpWpJqYbgnn0HeAfaksoqqptgVG/t9XhZYqCwUMpG1VwT+zQFOqSMoqJBDFXCOphU73ANp1JmTkqKyoBSfwHPvaH9VMSlS6VBSnJJS4Hrzg/h2ioQyqfzMlwACNqQb9TCSNOlCisUhLgYyd8Wd9gIbaSAD5xClsGBpBAD+xILdxB9GtAqeoqDkBF/Zst0EU111FKC8sFyyWH/t/mF9IiYglQSFEJNgkEpfnuC3KDTvuFGjpFBSlIExh5TKJqvuCbG/S+8J+HacBSpjJNKSAGUbm17E9bQ1rJqJxKUpoURxFOSU3YgqY78hBZRTLSUhYFrpAD43LkgHH7w7ASWibKQSJJUCkjhQKg9+EUkZ5i/OMpGiuorCQqmpJCSCWYhwwIPb65jTXKlrQFqqSa/wABBSm2LkM57m8EmnzFLRMUQgSyEEOm5a5sxO1ge8Xew+hnyNTUtEwC5/U2Nhz+kHXpkSxxFlvZIWkpIIu/5Pf0ENy9LLSlHCLW4rrZweEWKj1ML6nw8TwtaHG5qN2ezAEglonUmxBJGplq+ZSVIUKWSW+X8rm52d/SA6pQWyJSKEdFnibYOOI9xCUjzJaimlQFwx4qeRDYOC/pD9JRT5ktdSksqmlKB/V8pYDlgQ6rgKKS65q0gkJQkkWp4U42LKL/AFjzXTVKQZYwTwueJR/9cRbVqASCmw3DhVyWdwAz9B6w/oPDFVlRCCEqDEgpqVYnGQn6s1rwt7AAdPSUhDqmYtSQHGWHJmcxo+IzqUS0gVrUo8IuVMHPct+kZk01TJgSVqK7gJvYEnY2GzCJ9mmCYylClgTSzoJfowV7nnAuBGjLnz2DKCQ1haw2zeJGcUjaaG2dL/V49hf6ACahKGURkPW5Sb/lAF/WGUaskpSrJGFObc2we8D1TVFRVQEkAE3qPIAN6kxn6ua5JsBze1u93PKEijVWEEuCBcONy3I2tDulEsLWq4JySoEC2QN45ZWsSkil6iLAmwffEMS9YpJsL7kmBRaYjQlfeiyn43wQCNyacjvA9ZqQkKmIIKkMgOLh8kC/+IV0y0ABCVs7kkA579IY04SSbhKeZDg2yWuTA9mAhMW4CiCSSwyxYbtm8KTEzFBKRUXPFYnPp9I1VTE/IHI7Me98Q+NYlwkJWhITYO1X0tDjKhmDOlFOUKYbEEP7tBZOpWlrhI5ABvfmYYm6aSb0qqFxxUsOajSp+wHrFPE/DAfLoUCFZASbAB3JUrG2IpcAkH0et4itZ7MkKHa7QDWz0KNRWAoklgkC/YMke5MU8Mkio1F9wHASkDJUVDi6AGE9bMAWJYB/MC+3drwaQo2JElCglRPEkMRskDHvyhvSaZJUVsug2CSQpyeYtbm31jAGsJHzJcmoBJu3fGI1NLqmlvTSVlzSctiou5f2hVXIBxJVLNPllSlOU0BwbWFKGtzLesKeKyEgJUDxK4VDiNJ3ap2DbE2gv2tYrCAyl2NyCX2BsfT9YJLlS0oFZBU9qQ5fqnf39ILsByXp0WKnII4XJrXbLAWbmfeKJ0EohCSRUSzgk5+W7jezE7+kFlz5ZQoLMxRF+VLYsmxHcGM3xLUJSwl2PDk3VvdrZ7QXQHQJ0FEtTCoBIBFL/sX6mMzVI80oRLsJZHCN1G5v3iJ1pWkIUCFlQU6burF7WtyvzggkFCqQklaH4QDT1JJSS3dPqIlrsIWVpVS6lVM5JJLFR6J7eg6x4iZQG3Iuosml9iXartGhN1iZaUtYsCoOCz4Yu7Ns0U12pCiCwVLADjizyACm94TW1MBCUcJKi4DADd/X6s8EkTEJdJZSgetxhgAoY6/WJrdIU1KlsPysUm25qZ29LdYzpnh066kgqTUnjUCCX3DhiB3h6HyFG8s0hJAUAMUqDi3PJT299oUmalIQsG9ZD9N3D3IaM6ZUUkEsAGe7vkDoDzf6R5o55mpuEppBYJtjNQLgv3tyh06Af00+WUpRUo0lg1rdXBe+0MDXpkihIqCjchnS1+fo9ox5OppFKUkqVYk5AD2xkZcNGp4eoJSy0hQSaiNypmA5Adg9olx9oA3kSuGa9SwSxJFIJHMgufZoovUBQ4XU1yTYEuzBPLvmByJXmFT2tZ+GkYsC4YcgBCoITwGlgzqrTjs4V7iBptAOykkcUtIFIKmAAFwxccg+0eSNYAUMPMsoh1EBzlkjJeCaWR56Folja6i79Aljz/3Apfh3kTUqmrSSlLhiSWP4efPkIa4tj6WAm+Lq8tTKCaiwpJCSBnbnzy0CV4kEjjBJewwXbLkcThmhafp2dUsJFyA4DB+VVgzsDmBJ0c3zJQUOAUpfhKdy2TcXw8UkmBFFJv5ksdCQP3iR5OQgKPDL9SkH6R5FUuwqNbxnRK+VRDoUokjdza+8Z87SVBIBdrFPUnOLx7EjOTp7DfIWb4UhCjUpRWkPSGb3LwhO0xrCaDxXHGC/dgIkSKT9p/AFyD1SyhQTSL7bBoY0epUUqCFEZqYken8tEiRbiqGUVPUSkEhjkAN7szweZPLJAJwwGzDp+8SJGbQjR0hKUhTCp+EddnPKB6iUg0ywlRK0kfNck9bUp3MSJEQdsSEpmnShpSUi4ertlt/U+0GGgBmsQKAguoZtyf8AcRIkatlCeoAo8tM0lQU4Sai55E4xDJWkS9wmzOkP2t13Lx5EhSBi9NanWSlLBgACD3vbvcxTWamaF0uyhm+G5frEiRokkhsJO1TqBCqWpLuc74GH6RJ04qX96t1vwsCT6ktbl+0SJEsVGnIFNqCpRwHCXO170+jwXU+IBCRKQVyytQUoguVNspTOw2ESJERbr5iPZunRUVKqKgpJUDgqyB2EPLQSVFbXFagkBkp2a28SJC6NgD8lLDid0mlGBzINsP6mEvEFqCEl3JsBgMd7f7iRIHzQIdl6QEBRNJosAKms73s+1oTXrUqlhKE0KS4WWz0SHtEiQXSYHmj0rhLpy7YJw3oH79opKkVLKABgp5Bx9XHtEiQCAy1XKBljxVFJ9wC/sIU1Kma7+hdx1PSJEiU7H0HNFMUlPCA554AG/Uk7wwrVFaqlLKgA5BABfAAd7HLxIkNbgZ329wEsWdzg3SNrACH9XPVMMshgCApKRjiwb4PaJEimthC69BUSaPr/AJiRIkY6mB//2Q==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28978" y="2013236"/>
            <a:ext cx="1216302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Balanço de Radiação Solar</a:t>
            </a: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http://portaldoprofessor.mec.gov.br/storage/discovirtual/aulas/1668/imagens/FOTOSSINTES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8" name="Picture 2" descr="http://www.scielo.br/img/revistas/pd/v23n4/27488f4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0" y="5195212"/>
            <a:ext cx="2438400" cy="1662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https://lh3.googleusercontent.com/-_-kXzGD0lGw/TYUZuVUU52I/AAAAAAAAAA8/Le2jpWoxmwY/s1600/van+helmon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272" y="5195213"/>
            <a:ext cx="3591057" cy="166278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http://nossaradio.net.br/imagens/noticias/3cc7eed66c7001c65766cf6793c791c4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330" y="5195212"/>
            <a:ext cx="2350230" cy="1662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http://simmakers.com/wp-content/uploads/2013/10/mathematical-models-developmen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286" y="5191668"/>
            <a:ext cx="3771714" cy="16663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m para ufla agronomia">
            <a:extLst>
              <a:ext uri="{FF2B5EF4-FFF2-40B4-BE49-F238E27FC236}">
                <a16:creationId xmlns:a16="http://schemas.microsoft.com/office/drawing/2014/main" id="{818F822D-D816-4B82-8697-D607B8958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" y="77594"/>
            <a:ext cx="2794003" cy="113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D:\Downloads\1.1.Versão ampliada - estilizada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405" y="77594"/>
            <a:ext cx="2187091" cy="94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58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402718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Revisão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987F483-0ADD-4F0A-9A1C-018534F1FB4A}"/>
              </a:ext>
            </a:extLst>
          </p:cNvPr>
          <p:cNvSpPr/>
          <p:nvPr/>
        </p:nvSpPr>
        <p:spPr>
          <a:xfrm>
            <a:off x="162232" y="1641446"/>
            <a:ext cx="9031689" cy="1478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Fotoperíodo</a:t>
            </a:r>
          </a:p>
          <a:p>
            <a:pPr>
              <a:lnSpc>
                <a:spcPct val="150000"/>
              </a:lnSpc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Radiação Solar</a:t>
            </a:r>
          </a:p>
        </p:txBody>
      </p:sp>
    </p:spTree>
    <p:extLst>
      <p:ext uri="{BB962C8B-B14F-4D97-AF65-F5344CB8AC3E}">
        <p14:creationId xmlns:p14="http://schemas.microsoft.com/office/powerpoint/2010/main" val="171808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5D857AD2-9A41-4BB1-BE09-046FD8AD894E}"/>
              </a:ext>
            </a:extLst>
          </p:cNvPr>
          <p:cNvSpPr txBox="1"/>
          <p:nvPr/>
        </p:nvSpPr>
        <p:spPr>
          <a:xfrm>
            <a:off x="0" y="402718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Distribuição da Radiação Solar na superfície terrestre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81C016-D095-4309-A2A9-3A1E4DFEDDF0}"/>
              </a:ext>
            </a:extLst>
          </p:cNvPr>
          <p:cNvSpPr txBox="1"/>
          <p:nvPr/>
        </p:nvSpPr>
        <p:spPr>
          <a:xfrm>
            <a:off x="126124" y="1228354"/>
            <a:ext cx="2396359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Fotoperíodo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1F115D-6885-4A2A-9249-1BD527C61188}"/>
              </a:ext>
            </a:extLst>
          </p:cNvPr>
          <p:cNvSpPr txBox="1"/>
          <p:nvPr/>
        </p:nvSpPr>
        <p:spPr>
          <a:xfrm>
            <a:off x="126124" y="2168824"/>
            <a:ext cx="11934497" cy="11318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Refere-se ao comprimento do dia, período entre o nascer e o pôr-do-sol.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Efeitos na fenologia vegetal e tempo de fotossíntese diária;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AF662C9-9293-45B1-B6BC-60C05D2E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247" y="3592168"/>
            <a:ext cx="4789461" cy="317703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2F794CC-0102-45C0-B68C-A8B8A3A7A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24" y="4543558"/>
            <a:ext cx="6957331" cy="222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0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5D857AD2-9A41-4BB1-BE09-046FD8AD894E}"/>
              </a:ext>
            </a:extLst>
          </p:cNvPr>
          <p:cNvSpPr txBox="1"/>
          <p:nvPr/>
        </p:nvSpPr>
        <p:spPr>
          <a:xfrm>
            <a:off x="0" y="402718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Distribuição da Radiação Solar na superfície terrestre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81C016-D095-4309-A2A9-3A1E4DFEDDF0}"/>
              </a:ext>
            </a:extLst>
          </p:cNvPr>
          <p:cNvSpPr txBox="1"/>
          <p:nvPr/>
        </p:nvSpPr>
        <p:spPr>
          <a:xfrm>
            <a:off x="126124" y="1228354"/>
            <a:ext cx="2396359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Exemplo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1F115D-6885-4A2A-9249-1BD527C61188}"/>
              </a:ext>
            </a:extLst>
          </p:cNvPr>
          <p:cNvSpPr txBox="1"/>
          <p:nvPr/>
        </p:nvSpPr>
        <p:spPr>
          <a:xfrm>
            <a:off x="126124" y="2228946"/>
            <a:ext cx="11934497" cy="11318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Calcular o fotoperíodo para a cidade de Lavras, MG (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Lat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-21° 14') no dia 24/12. Dia Juliano 297. 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5200D6-7976-4C86-A45C-52C1CC38100E}"/>
              </a:ext>
            </a:extLst>
          </p:cNvPr>
          <p:cNvSpPr txBox="1"/>
          <p:nvPr/>
        </p:nvSpPr>
        <p:spPr>
          <a:xfrm>
            <a:off x="126124" y="3747413"/>
            <a:ext cx="4004442" cy="16858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Fórmulas:</a:t>
            </a:r>
          </a:p>
          <a:p>
            <a:pPr algn="just">
              <a:lnSpc>
                <a:spcPct val="150000"/>
              </a:lnSpc>
            </a:pP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hn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arc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cos (-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tanΦ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tanδ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N = 2*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hn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/15</a:t>
            </a:r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77EFFC65-5D7B-45D3-B2B0-6BE11832C5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758677"/>
              </p:ext>
            </p:extLst>
          </p:nvPr>
        </p:nvGraphicFramePr>
        <p:xfrm>
          <a:off x="126124" y="5629646"/>
          <a:ext cx="5077370" cy="941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ção" r:id="rId4" imgW="2425700" imgH="533400" progId="Equation.3">
                  <p:embed/>
                </p:oleObj>
              </mc:Choice>
              <mc:Fallback>
                <p:oleObj name="Equação" r:id="rId4" imgW="2425700" imgH="5334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24" y="5629646"/>
                        <a:ext cx="5077370" cy="941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757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402718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Balanço de radiação 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987F483-0ADD-4F0A-9A1C-018534F1FB4A}"/>
              </a:ext>
            </a:extLst>
          </p:cNvPr>
          <p:cNvSpPr/>
          <p:nvPr/>
        </p:nvSpPr>
        <p:spPr>
          <a:xfrm>
            <a:off x="-566114" y="1558194"/>
            <a:ext cx="8235275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O que significa Balanço de Radiação solar?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A323F83-B7C3-4D6F-ADEB-7358D0719E9D}"/>
              </a:ext>
            </a:extLst>
          </p:cNvPr>
          <p:cNvSpPr/>
          <p:nvPr/>
        </p:nvSpPr>
        <p:spPr>
          <a:xfrm>
            <a:off x="378540" y="1628273"/>
            <a:ext cx="11813459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223F14C-BDAD-4FAD-9C90-7946F914F870}"/>
              </a:ext>
            </a:extLst>
          </p:cNvPr>
          <p:cNvSpPr/>
          <p:nvPr/>
        </p:nvSpPr>
        <p:spPr>
          <a:xfrm>
            <a:off x="0" y="2572545"/>
            <a:ext cx="11622488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Em quais processos o saldo do balanço de Radiação solar é particionado?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8C839E-B5D5-45CD-B0F6-849949AA4257}"/>
              </a:ext>
            </a:extLst>
          </p:cNvPr>
          <p:cNvSpPr/>
          <p:nvPr/>
        </p:nvSpPr>
        <p:spPr>
          <a:xfrm>
            <a:off x="284755" y="3590109"/>
            <a:ext cx="11622488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O que acontece com a partição do saldo em dia com baixa e alta disponibilidade hídrica?</a:t>
            </a:r>
          </a:p>
        </p:txBody>
      </p:sp>
    </p:spTree>
    <p:extLst>
      <p:ext uri="{BB962C8B-B14F-4D97-AF65-F5344CB8AC3E}">
        <p14:creationId xmlns:p14="http://schemas.microsoft.com/office/powerpoint/2010/main" val="2667625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402718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Aproveitamento e partição do saldo de radiação (Rn)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594860" y="1323754"/>
            <a:ext cx="3213624" cy="57785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Saldo de radiação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05D594-04F7-4F6C-BC0D-84147A8E6BB1}"/>
              </a:ext>
            </a:extLst>
          </p:cNvPr>
          <p:cNvSpPr/>
          <p:nvPr/>
        </p:nvSpPr>
        <p:spPr>
          <a:xfrm>
            <a:off x="233771" y="2851150"/>
            <a:ext cx="1200891" cy="5778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9CEAE15-B988-4F95-97AE-A4DAA8EDB896}"/>
              </a:ext>
            </a:extLst>
          </p:cNvPr>
          <p:cNvSpPr/>
          <p:nvPr/>
        </p:nvSpPr>
        <p:spPr>
          <a:xfrm>
            <a:off x="2011291" y="2851150"/>
            <a:ext cx="1200891" cy="5778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5188807-5415-45EE-ADBA-BB959CFAB252}"/>
              </a:ext>
            </a:extLst>
          </p:cNvPr>
          <p:cNvSpPr/>
          <p:nvPr/>
        </p:nvSpPr>
        <p:spPr>
          <a:xfrm>
            <a:off x="3937480" y="2846113"/>
            <a:ext cx="1200891" cy="5778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2696D03-E11E-4474-ACCD-CDF572C7743D}"/>
              </a:ext>
            </a:extLst>
          </p:cNvPr>
          <p:cNvSpPr/>
          <p:nvPr/>
        </p:nvSpPr>
        <p:spPr>
          <a:xfrm>
            <a:off x="5715000" y="2846113"/>
            <a:ext cx="1200891" cy="5778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DEDF881-B1EE-4FE2-996F-8F2C219CD9AC}"/>
              </a:ext>
            </a:extLst>
          </p:cNvPr>
          <p:cNvCxnSpPr>
            <a:cxnSpLocks/>
          </p:cNvCxnSpPr>
          <p:nvPr/>
        </p:nvCxnSpPr>
        <p:spPr>
          <a:xfrm flipH="1">
            <a:off x="977462" y="1960398"/>
            <a:ext cx="2085668" cy="7039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1E9B775-8F22-4306-9999-A4F9A0ABCA24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611736" y="1901604"/>
            <a:ext cx="589936" cy="83989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A1DB585-3D33-467B-9912-4BF7D5E021AD}"/>
              </a:ext>
            </a:extLst>
          </p:cNvPr>
          <p:cNvCxnSpPr>
            <a:cxnSpLocks/>
          </p:cNvCxnSpPr>
          <p:nvPr/>
        </p:nvCxnSpPr>
        <p:spPr>
          <a:xfrm>
            <a:off x="3063130" y="1960398"/>
            <a:ext cx="1474795" cy="7811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28A991C-A793-4AD7-9CE0-9F3E482ABC94}"/>
              </a:ext>
            </a:extLst>
          </p:cNvPr>
          <p:cNvCxnSpPr>
            <a:cxnSpLocks/>
          </p:cNvCxnSpPr>
          <p:nvPr/>
        </p:nvCxnSpPr>
        <p:spPr>
          <a:xfrm>
            <a:off x="3084277" y="1960398"/>
            <a:ext cx="3011722" cy="65678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721BD0C4-3D85-4B6E-B22B-0573C2E5C192}"/>
              </a:ext>
            </a:extLst>
          </p:cNvPr>
          <p:cNvSpPr/>
          <p:nvPr/>
        </p:nvSpPr>
        <p:spPr>
          <a:xfrm>
            <a:off x="3212182" y="4439591"/>
            <a:ext cx="7580844" cy="223984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H: aquecimento do ar e das plantas (calor sensível);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LE: evapotranspiração (calor latente);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G: aquecimento do solo (calor no solo).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F: fotossíntese (&lt;3%)</a:t>
            </a:r>
          </a:p>
        </p:txBody>
      </p:sp>
      <p:sp>
        <p:nvSpPr>
          <p:cNvPr id="22" name="Seta: Curva para a Direita 21">
            <a:extLst>
              <a:ext uri="{FF2B5EF4-FFF2-40B4-BE49-F238E27FC236}">
                <a16:creationId xmlns:a16="http://schemas.microsoft.com/office/drawing/2014/main" id="{9C00DF0C-780F-4E27-9C09-B91C5B9083B2}"/>
              </a:ext>
            </a:extLst>
          </p:cNvPr>
          <p:cNvSpPr/>
          <p:nvPr/>
        </p:nvSpPr>
        <p:spPr>
          <a:xfrm>
            <a:off x="1211953" y="3532408"/>
            <a:ext cx="1765738" cy="2541093"/>
          </a:xfrm>
          <a:prstGeom prst="curved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39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402718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Aproveitamento e partição do saldo de radiação (Rn)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21BD0C4-3D85-4B6E-B22B-0573C2E5C192}"/>
              </a:ext>
            </a:extLst>
          </p:cNvPr>
          <p:cNvSpPr/>
          <p:nvPr/>
        </p:nvSpPr>
        <p:spPr>
          <a:xfrm>
            <a:off x="4051737" y="5147232"/>
            <a:ext cx="8014137" cy="15696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H: aquecimento do ar e das plantas (calor sensível);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LE: evapotranspiração (calor latente);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G: aquecimento do solo (calor no solo).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F: fotossíntese (&lt;3%)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48E46FE-A007-4670-9FFC-E1FDA677D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80" y="1138545"/>
            <a:ext cx="11083160" cy="3890343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167ED7AF-8841-4750-9855-62E1CD6865EB}"/>
              </a:ext>
            </a:extLst>
          </p:cNvPr>
          <p:cNvSpPr/>
          <p:nvPr/>
        </p:nvSpPr>
        <p:spPr>
          <a:xfrm>
            <a:off x="2629677" y="2346592"/>
            <a:ext cx="2821606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800" b="1" dirty="0">
                <a:latin typeface="Helvetica-Bold"/>
              </a:rPr>
              <a:t>70 a 80% do Rn</a:t>
            </a:r>
            <a:endParaRPr lang="en-US" sz="2800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B1F0AF5-CC85-4791-A440-2F9E3E4DC01F}"/>
              </a:ext>
            </a:extLst>
          </p:cNvPr>
          <p:cNvCxnSpPr>
            <a:cxnSpLocks/>
          </p:cNvCxnSpPr>
          <p:nvPr/>
        </p:nvCxnSpPr>
        <p:spPr>
          <a:xfrm flipV="1">
            <a:off x="1970690" y="2869812"/>
            <a:ext cx="532863" cy="37788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1CCE2D73-D613-4B24-85ED-156BAC688536}"/>
              </a:ext>
            </a:extLst>
          </p:cNvPr>
          <p:cNvSpPr/>
          <p:nvPr/>
        </p:nvSpPr>
        <p:spPr>
          <a:xfrm>
            <a:off x="10175546" y="1805136"/>
            <a:ext cx="2021707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800" b="1" dirty="0">
                <a:latin typeface="Helvetica-Bold"/>
              </a:rPr>
              <a:t>90% do Rn</a:t>
            </a:r>
            <a:endParaRPr lang="en-US" sz="2800" dirty="0"/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CF52075B-E1B5-4943-BC29-4423A000DD2E}"/>
              </a:ext>
            </a:extLst>
          </p:cNvPr>
          <p:cNvCxnSpPr>
            <a:cxnSpLocks/>
          </p:cNvCxnSpPr>
          <p:nvPr/>
        </p:nvCxnSpPr>
        <p:spPr>
          <a:xfrm flipV="1">
            <a:off x="10384221" y="2446700"/>
            <a:ext cx="532863" cy="37788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85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" y="146590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Exemplo 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3AE2DC3-E29F-4775-82CD-753C5FC23489}"/>
              </a:ext>
            </a:extLst>
          </p:cNvPr>
          <p:cNvSpPr/>
          <p:nvPr/>
        </p:nvSpPr>
        <p:spPr>
          <a:xfrm>
            <a:off x="0" y="3087437"/>
            <a:ext cx="4258766" cy="35843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Dados: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NDA= 297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T = 25</a:t>
            </a:r>
            <a:r>
              <a:rPr lang="pt-BR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n = 7,5 h 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r = 0,15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es= 2,85 kPa</a:t>
            </a:r>
          </a:p>
          <a:p>
            <a:pPr algn="just">
              <a:lnSpc>
                <a:spcPct val="150000"/>
              </a:lnSpc>
            </a:pPr>
            <a:r>
              <a:rPr lang="pt-BR" sz="2200" dirty="0" err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=1,58 kPa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29F4694-9493-4E73-BB92-816018716CE1}"/>
              </a:ext>
            </a:extLst>
          </p:cNvPr>
          <p:cNvSpPr/>
          <p:nvPr/>
        </p:nvSpPr>
        <p:spPr>
          <a:xfrm>
            <a:off x="0" y="896793"/>
            <a:ext cx="11813459" cy="16858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Calcular o balanço de radiação para a cultura do café no dia de hoje Lavras-MG. Como fica a partição do saldo de radiação solar para um dia com alta disponibilidade hídrica e para um dia com baixa disponibilidade hídrica?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C7A0084-BF29-4F29-A6A3-8E246D0089A6}"/>
              </a:ext>
            </a:extLst>
          </p:cNvPr>
          <p:cNvSpPr txBox="1"/>
          <p:nvPr/>
        </p:nvSpPr>
        <p:spPr>
          <a:xfrm>
            <a:off x="4558777" y="2769979"/>
            <a:ext cx="2695904" cy="3901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u="sng" dirty="0">
                <a:latin typeface="Arial" panose="020B0604020202020204" pitchFamily="34" charset="0"/>
                <a:cs typeface="Arial" panose="020B0604020202020204" pitchFamily="34" charset="0"/>
              </a:rPr>
              <a:t>Calcular</a:t>
            </a:r>
          </a:p>
          <a:p>
            <a:pPr algn="just">
              <a:lnSpc>
                <a:spcPct val="150000"/>
              </a:lnSpc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(d/D)</a:t>
            </a:r>
            <a:r>
              <a:rPr lang="fi-FI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??</a:t>
            </a:r>
          </a:p>
          <a:p>
            <a:pPr algn="just">
              <a:lnSpc>
                <a:spcPct val="150000"/>
              </a:lnSpc>
            </a:pP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??</a:t>
            </a:r>
          </a:p>
          <a:p>
            <a:pPr algn="just">
              <a:lnSpc>
                <a:spcPct val="150000"/>
              </a:lnSpc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hn??</a:t>
            </a:r>
          </a:p>
          <a:p>
            <a:pPr algn="just">
              <a:lnSpc>
                <a:spcPct val="150000"/>
              </a:lnSpc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N??</a:t>
            </a: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Ra?? </a:t>
            </a:r>
          </a:p>
          <a:p>
            <a:pPr algn="just">
              <a:lnSpc>
                <a:spcPct val="150000"/>
              </a:lnSpc>
            </a:pP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??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8AFAF40-0080-4027-AAE4-C9E9FE6818FF}"/>
              </a:ext>
            </a:extLst>
          </p:cNvPr>
          <p:cNvSpPr txBox="1"/>
          <p:nvPr/>
        </p:nvSpPr>
        <p:spPr>
          <a:xfrm>
            <a:off x="10343681" y="4696517"/>
            <a:ext cx="1345326" cy="7397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Rn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??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668C2AD3-0301-44FA-9A31-3CA5B103A169}"/>
              </a:ext>
            </a:extLst>
          </p:cNvPr>
          <p:cNvSpPr/>
          <p:nvPr/>
        </p:nvSpPr>
        <p:spPr>
          <a:xfrm>
            <a:off x="8287657" y="4533685"/>
            <a:ext cx="1939909" cy="12612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6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402718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Fórmulas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C74B22F-A34A-46C5-A65F-3F11BF8B7D9E}"/>
              </a:ext>
            </a:extLst>
          </p:cNvPr>
          <p:cNvSpPr/>
          <p:nvPr/>
        </p:nvSpPr>
        <p:spPr>
          <a:xfrm>
            <a:off x="139664" y="1053217"/>
            <a:ext cx="5541902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(d/D)</a:t>
            </a:r>
            <a:r>
              <a:rPr lang="pt-BR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1 + 0,033 * cos (360*NDA/365)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8C19B65-D633-4067-954D-5494B30C7B74}"/>
              </a:ext>
            </a:extLst>
          </p:cNvPr>
          <p:cNvSpPr/>
          <p:nvPr/>
        </p:nvSpPr>
        <p:spPr>
          <a:xfrm>
            <a:off x="297149" y="2985246"/>
            <a:ext cx="3740126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hn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arc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cos (-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tanΦ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tanδ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05F6CED-AE77-49BB-A0ED-68CC9F440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77" y="4547253"/>
            <a:ext cx="10168760" cy="57785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Ra= 37,3 * (d/D)</a:t>
            </a:r>
            <a:r>
              <a:rPr lang="fi-FI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 * (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π/180 * </a:t>
            </a: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hn * sen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sen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cos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cos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fi-FI" sz="2400" dirty="0">
                <a:latin typeface="Arial" panose="020B0604020202020204" pitchFamily="34" charset="0"/>
                <a:cs typeface="Arial" panose="020B0604020202020204" pitchFamily="34" charset="0"/>
              </a:rPr>
              <a:t>sen hn)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D012478-6EF2-4B99-A6F7-B58D574FED4A}"/>
              </a:ext>
            </a:extLst>
          </p:cNvPr>
          <p:cNvSpPr/>
          <p:nvPr/>
        </p:nvSpPr>
        <p:spPr>
          <a:xfrm>
            <a:off x="297149" y="5419094"/>
            <a:ext cx="3273276" cy="43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ctr"/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Ra * (a + b (n/N))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80AE4BB-830E-46AF-8D54-2219EDC17654}"/>
              </a:ext>
            </a:extLst>
          </p:cNvPr>
          <p:cNvSpPr/>
          <p:nvPr/>
        </p:nvSpPr>
        <p:spPr>
          <a:xfrm>
            <a:off x="232334" y="6050867"/>
            <a:ext cx="11654865" cy="65883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Rn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= [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*(1 – r)] + {- [ 4,903*10</a:t>
            </a:r>
            <a:r>
              <a:rPr lang="pt-BR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-9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*T</a:t>
            </a:r>
            <a:r>
              <a:rPr lang="pt-BR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*(0,56 – 0,25 √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)*(0,1 + 0,9 (n/N)]}</a:t>
            </a:r>
          </a:p>
        </p:txBody>
      </p:sp>
      <p:sp>
        <p:nvSpPr>
          <p:cNvPr id="4" name="Retângulo 3"/>
          <p:cNvSpPr/>
          <p:nvPr/>
        </p:nvSpPr>
        <p:spPr>
          <a:xfrm>
            <a:off x="279265" y="3741643"/>
            <a:ext cx="2189354" cy="5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 = 2*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hn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/15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243615" y="1815713"/>
          <a:ext cx="5915025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ção" r:id="rId4" imgW="2425700" imgH="533400" progId="Equation.3">
                  <p:embed/>
                </p:oleObj>
              </mc:Choice>
              <mc:Fallback>
                <p:oleObj name="Equação" r:id="rId4" imgW="2425700" imgH="5334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15" y="1815713"/>
                        <a:ext cx="5915025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061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-1" y="2296237"/>
            <a:ext cx="12191999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Dúvidas e questionamentos!</a:t>
            </a:r>
            <a:endParaRPr 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2" descr="http://www.scielo.br/img/revistas/pd/v23n4/27488f4.gif">
            <a:extLst>
              <a:ext uri="{FF2B5EF4-FFF2-40B4-BE49-F238E27FC236}">
                <a16:creationId xmlns:a16="http://schemas.microsoft.com/office/drawing/2014/main" id="{1E567BC7-D84E-4488-9337-82C1F8EBA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" y="5160827"/>
            <a:ext cx="2438400" cy="1662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s://lh3.googleusercontent.com/-_-kXzGD0lGw/TYUZuVUU52I/AAAAAAAAAA8/Le2jpWoxmwY/s1600/van+helmont.png">
            <a:extLst>
              <a:ext uri="{FF2B5EF4-FFF2-40B4-BE49-F238E27FC236}">
                <a16:creationId xmlns:a16="http://schemas.microsoft.com/office/drawing/2014/main" id="{09B860A2-9FAE-4CA4-85FE-1D262BCA9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271" y="5160828"/>
            <a:ext cx="3591057" cy="166278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ttp://nossaradio.net.br/imagens/noticias/3cc7eed66c7001c65766cf6793c791c4.jpg">
            <a:extLst>
              <a:ext uri="{FF2B5EF4-FFF2-40B4-BE49-F238E27FC236}">
                <a16:creationId xmlns:a16="http://schemas.microsoft.com/office/drawing/2014/main" id="{D0A2A6C4-19FA-4A81-9D19-BBF0062A2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328" y="5160827"/>
            <a:ext cx="2849669" cy="1662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www5.usp.br/wp-content/uploads/portal20121122_1.jpg">
            <a:extLst>
              <a:ext uri="{FF2B5EF4-FFF2-40B4-BE49-F238E27FC236}">
                <a16:creationId xmlns:a16="http://schemas.microsoft.com/office/drawing/2014/main" id="{FCDE823C-DCD0-4839-99BB-AB9D2DFA4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4"/>
          <a:stretch/>
        </p:blipFill>
        <p:spPr bwMode="auto">
          <a:xfrm>
            <a:off x="8896998" y="5160826"/>
            <a:ext cx="3255669" cy="166278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40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553031" y="204015"/>
            <a:ext cx="9144001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UNIVERSIDADE FEDERAL DE LAVRAS</a:t>
            </a:r>
          </a:p>
          <a:p>
            <a:pPr algn="ctr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DEPARTAMENTO DE AGRICULTURA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411490" y="3883112"/>
            <a:ext cx="9036842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Felipe Schwerz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523999" y="6415095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Arial" pitchFamily="34" charset="0"/>
                <a:cs typeface="Arial" pitchFamily="34" charset="0"/>
              </a:rPr>
              <a:t>Lavras - MG</a:t>
            </a:r>
            <a:r>
              <a:rPr lang="pt-BR" sz="2000">
                <a:latin typeface="Arial" pitchFamily="34" charset="0"/>
                <a:cs typeface="Arial" pitchFamily="34" charset="0"/>
              </a:rPr>
              <a:t>, Brasil</a:t>
            </a: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9953652" y="6357982"/>
            <a:ext cx="285752" cy="42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AutoShape 2" descr="data:image/jpeg;base64,/9j/4AAQSkZJRgABAQAAAQABAAD/2wCEAAkGBxQSEhUUExQWFhUXGB4bFhgYGB0aHBocGxoeGhocGiAdICggHRwlHBobITEiJSkrLi4uFx8zODMsNygtLisBCgoKDg0OGxAQGzQmICQsLCwsLCwsLywsLCwsLCwsLDQsLC8sLDQvLCwsLCwsLCwsLywsLCwsLCwsLCwsLCwsLP/AABEIAMIBAwMBIgACEQEDEQH/xAAcAAACAwEBAQEAAAAAAAAAAAAEBQIDBgABBwj/xABCEAACAQIEBAMGAwYFAwMFAAABAhEDIQAEEjEFQVFhInGBBhMykaGxQsHwFCNSYtHhFTOCkvEHcqIkQ9IWFzSywv/EABkBAAMBAQEAAAAAAAAAAAAAAAECAwAEBf/EADIRAAICAQIEAwgBAwUAAAAAAAABAhEDITEEEkFREzLwQmFxgZGhscEiM+HxFCNSctH/2gAMAwEAAhEDEQA/APlHvDti+gZPhJnly+RnrgKR9cW0TBkGMdTWgqDK1XWxBLTEXbVfz6f1x4AoI7WM7f1/QxGpUlQO0G3f+h3xBR8+pwvQIxoZglvCwSN+Qv0Edf8AnGgyvFNCEVaiuDsyjYk3BPltyibXxlAoAF5PIT9f7YY5aitRTIAdRNmI1TyMTN4uL2545ckVv+gpGs4xxNTSYKqMzDSNQ2JAB35gGduYxmK/D8wq6mBIIBMKI7A6dvWBbCzxkiYIHLVsN7DkPTmes4sovUaEUkj+HUY8yJvOHxQcFVoN3uXZTIVKsaQo3IJ5gfOBbsPyHekVMTJ5wf1OCc9m61QFWAAJvpVYMWFxvEYZcDycSuhC5A8VVCyre5A6gDnY/e/iOKtg5b2EwbkcSsJuf1+eGea4cUBVwwnV7sin8RXVGx2MmRuAgsYjCirUEm3aDvO3mDh45FLYVxoaHQlFWkNrmAVUn+abzHb1wszFQlyx8RYliYgSTfGl41Tp1XpJl0VTUQtBhSDyDMLCAzG2+gdRhHxvKNRaHYF52VgQo5bG3YeuIY5p/FjyiSy2QqMxUCG3g2i07na3PEqqMjmns4iWDSCCszO0XHzwvy2YIEaiLyLmAewGG9Pinjkz/l+7eYOoC958gAew7YMnNMCogKoUHUxLRYAgie58umJZfPvsATJ2j89/rbEM3mEKU1GkGSWtsDcXUeIAeG8XGI8OZ/jUCF/HEbdf7+vOVu4219Q9SGdVkvuP+4THQgXHrGIU85H4YPrt2g4K4pn2rMLbAgAFOs2AFrRe+2FTjnBi4E9u+Kw1j/IDXYKFZnYmzEmfFafti5asRAKmOtj3iLYq4VnPctq0gndTeVMEWjfe4PQbYOqpTILqtoBEtPSZJMzJ2g7b4WcqdVoFIeeyeeqM+gOVnlqgdyRzMD1xt/2hhoDNO5MDcAbc53+mPmPslVArAaoPIEEgkcrHeDz6Y+jtSKuv/a5kDqVuZ8vvjzuJSU/kPDVBwrT1A8o59+W+3mDj01AdjtsZ/v8AqDgNhf4Y8tz17R88QNaxsJ6a5H2BnHL8ClBxcRv8rz9cQLxuZvb9TgOo082HOLi3mZnynHgqBbzUA2AINvSCI23PLlzwKC9cc/ynHhv38j+ueBBmRLSfD3ItHaJ+++IvVB+I6pIgNpt5cz1vg6goONaP+fXlz/V8UjM+nY/LcjtiqReCJ252PeTPpbFVSsRAII5AqNU258h59jjI1BQqdd/Mf0x2BvfBbHQD01afpyx5ghpHxMKqsQfEBaRYT2ncf1wZwzhhrtCdCeZMDnYRHy7Tjd5jgWUABKA3LkgxcxAEQdIOwBA+uM9xPhDUiBTMLpA1BipkDxEwZM+vw49CPFRnpHf3keRi8ZIBZ1SIEgDmW0fe8jkeWGR9mGZFem6t4fEAH3H+nfrP1tjOM5DMAbNG03htzN9ifkMbPhXtEtLwoGbV4m8JOkiwCi1tMSbbc8NleRL+I0V7gRPZkopqv4tNygJFhBbYSYEwBBmPVlwvhdGo8awAlmGlIjSJE6QWMwAxN/GcdxH24gaaKAtJuxBT5RLfMYScE49VolgIYVCDB31WAvvsAN8SUOInBt6PoUikaev7OUdSuK25UEDSTdgs6ibW7YO/+nKaqRTqTJBgssSCSLhSReTzg9cIG9oRUgN4DqTeCtmUm8dueG71vDrLKV0kzKXjp1t0xzShmjSZVQiVP7PU0dXgrpkwGm97amExfDKkaYBsyk7kXPTYAHbnjOU/amiafvCGAD6dIALTEgxrHhI59QRgih7SUak6dYCxqZ4UAzYCKjTby5erSx5mtUwp49g7juTpvRLpWYGmfeLKxcSTtfYnbGY4jlkXMUS7L41GsiIDq5BB9ABPOOYM4cV+MZeDFQSbRJPnut8ZLjqjUpRxUGnSDHigWAadyBYNGwHScdHDRndO+omWMVqjRcK0FjUG1OkiSL3IllgdCBf+a5wFxemKje+pAMR8RIkWttFzy53HzjwnMU6aqiQzEeKx3jxSbCOXpg/K1abgM9RZH4Spt0IE+Lzm3ScU/kpWkZpctNgNPhTrSlmVWLEta4FrAz9BHnhFUoAvCy4LAAxdiYFvUwMbBqauZ1wDbw6hP+4bct8KfaDKBKYdRPjAYzMjlt3Avg48j5qfUWeLSxXlaco1XSCFZVAJMMWBsBeYsTfbzwzyNJqqe7NUqhuqwuksLkGCOpjzwx4f7P1KmVogcv3gMA/Hy36RuOWLafC66P8AvaZEXVlJifwyd7b39MaWeLunqjeDJdBPT4aVqDxRJjVBIXxQQ2kkzF7TYnBOe4ejNopskE+CdWrVrZQp28Ri4I/h6Ys4lw2qQGd76wJnw+MgW9SBt3jbC+mBTzwECoEe/UkAAwF3h+gvpna+Mp838r2RNquhdmOCVFPuyAIdRrMgHUIgGLgNawm4nsbxv2bqU0BRSwkiRcgT4ZgdLSe2N7l0FSmrhdOoTpcFWHmORnHjIRs0eU/1xxLjHJqnsU8OL2MTkvY2uFV5UODdGgjsZFj5YPy/7cvwEVGBOuTYDW6gAGIHgblG2NWGcXBBHkJ+2+FfCM8PGxEbX5Xl/wD+/rg/6jJJNtJg8Oi5eMVFX97lqob+QK4NtybX9BvgKt7SUdXjWpTBB8TJEdhI57+vrhv+3Keh7bxiNd1IIYG+9rfYA45lV6w+j/yNysVrxXLNAWsqyJ6HlE7rPOCPTF752moJNenEwNJANtge+/TcWxF8khHhiOcrI6YAbgFJre6We3h+xxZQg+r9fQNMc6mYag09/CZE+Y5Dl3xJkYAkz5RER5gk/ba2M+eDQw0mqkcgxgf7sFJkqsALmKo6k6WPzjCvHWz9fcFDJ0tBN+oIHzsB9sUCraNVxPwMpg+bH6ffFRfNIIWupt+On5Rux+3PFVXiOehf8mRYkFr+YiJwqjL3fX+wBgkxtUHrP548wiqZ7PSZFWf5dEekvjsN4cvd9QX7jEPxytUCou8yY5kknYchJxPN8UaqNLPI5gCJgyJ574vqZP3y/wDpcnXeditN2UcjpAkMf74tyPBgpiqPFYFSCIm5DDeQAd8epGOOKvlr8mhFtgeRos5imgjaTsPM8uuPc8rglFJKxJABHq3M2vJm0Xxo0dUUEkKseQAIkj5aR/qwPW4pSpyRF7/wgnedpa/QGy98ZZJN6Iu4RS1YmyPC3cxpI7kbfrph5+zZfLjxkM0X5n0A+/8AW1WYq1Wpo+qEqSVC7wLXJvNz03OBhQAFxvvN/njT53o/sJHJCO33Df8AEcrXQLVR6FUE/wDqFGtXHL31MXDctaSTMkYWV8o6KTIak1mam0qfMi6nswB7YnoCwYBjkbz54g9YFlK+F4hivh5n+GBGmNsNBunROUlepTlcllSP3rVaTdoZY67T+vQVgUAdKDUoNmaZPcgRH0wXneGhaVJ5J16hB/lMWwsNMA21T05+nUYeveCxhTzNPTencbQ0T85k4X1a/vLT4RJAnYdu+LatMAaqh5eELB57NeQO8HaBywDVrgxCwO3Pue/pgwinqhJyextVR6tEMgaqSJWWkAzEGTuLjyAwu4X7O5moVLA06ZuWkEkHmoHXv1wiynEKoIio6RHwkgx0kfq+GeV4rVUADMVFFv8A3W6Cw5bdhibhKCaiy0ZRm9Te5l6VJP3jQotLDt0/oMZP2k4ll2pMlGCzMv4dIsZJkgdI9cecY9pBmaaU9D6hudW/mOfr9cI8lUph9Tgkd5PzI/pieHE4rmlv2HySvRbG/wCF5UVadMU2FlAYhlbTAFpBj5Ti/MZfOUibqyA7yRA7iWn0XCTKcWprTKq4plyJAJPhIM7KqJFhAmZuRGGy+2/uU93l1QCRLaZZvPTa5/XPEZQk3t6+JRWtivMVK2Yo1A2XYeGQ2i/MBvw3UwYI6b3hPwXJ0aymtXQ+KozKbwF1FolhB8TGTPToMR4x7X5qoP8A8ioCZBUWsZ3JM+kDCnhHEHowvvWCc1RiLfYDn1xaOB8jS0+BOU25a6n0XL5lNKqlRQBYCCIEGLi0YI9+3IAyRdYYd+h2xlMpkVrHUjLuQNRCEgXJWZJA/iFuW+GeT4bUYeAsQDc6tXLa4jnjz8nCw6Mek94/QdNxAICfhIv4gV2/X1wD7MVSKRkLuokEj4aaIeXVTgTiq11oVIJMKRDCe3WPpivhuadKctSVrsZVoN2LbmI3wi4dqDp9QPGr3o0zKjCQBiHuO/yP9MKqfEKcDVrpkbk3FurHBWXrK11qUzJ5+HtuZmwxB48sTeFPo7CPdmd8erTInr3jAlWowYwDAHKCOW2IDiJUAm1vxAj+mDcmK4yW6C2bqPpiomNsMRXQj4h6jENCtsRfob4RToSxYx+nUf3xE6Z5fb74ZNw0dvkflil+GIDGoA9J6fU4os0H1NzIAJp/qP6Y7FlTKKDBKT/3D+uOxdU0G13PmPCvaPM5ddKVWVVAClRTOkXtBUhp6nFVTjtRgSovs0RMkQTYQBA5Ab49q8GjLuyFmddJcEFTHMKLzpYr5h52xVwbJuXqIAJUwbj4r2HU2OPWc8clzI54Sa0TBqleq5k6h30yb9yZHpGICgZlgfMkD74Nr5tVkFrg8to6zgSnmlvA59MUjJvoaSSNX7wfsmX7ax/5YGavhQeIuUVAIAJInvip828bjGldunuBONajR8ydJMCPPePTFi5N9IcadJAbczET/Dv64zbkkyTi5apiNVoj/wAdP9/PBiklSFlK2abNZgGhljyV3J7Ak4Q8Qu4I6D88DGpaC5t3x6Ky9frjPoG1qSJ/XPHgU479pXHftXT7Ywpcik72/XLBuXWmAAwI8O4Y35ieg7AYAp1HJgIxPTQSftjnFYAeB9JAKyDBHIjCuDYU2NaLZdlIY1A3VVUKQOXM8pnTgFsupnSW7AgdesiLdjgT3db+A4up5KuROiLTeNsGOJrZhbZZBA+LtE45KsAiF8yWn7x9MMOEezeYrqpVqagm2pjP0U40X/2tzUqvv6MvcmWt9BOGruDmrqYcsBzOJ0q0Eb+hvjccS/6VVaAls1TJhiFVDfSs8z6YA4B/07rZqmtRK9Iap8JmRBI3HO31wdKApe8zzcWqCyu4XprP9b4nw/i70KgqJZhPrO8wQTjU5r/pHn1nSaT+TEfcYz+f9js9Q+Og0dVv/fC8sWqHWR9Gaeh/1B95S0VwoYuuykjSHUnryBxqMtxjLVhK06LW/CL+fOD6Y+U0KYgJUpOt5JIAtBsNQEX74aZbgoKllCqgi7EEsSfgCnUDaTcQI5zjz83DQvR0dMcku59FQZdplD5hpg/IYGPActU8QJDXuYJvexnV9cZGjRrg6qTpMRpa4i14Vbekbzh1ks45Xx6VbeAWPrtjllGcdpFVkvcnmfZeqjaqWYI6eOD66z588DJRz9ATU92aNtTEEQJG9iLeYw1o8VKz4gf9xH2+2BeO+3uYpIgplQragze7InaI1Acp6gx2w2LxJvlpP4h56VoOTiKVNhRfuhIPzWR9cEU8kj2CtTO9mDD0BJPPGU4X7aVXq/8AqalKpTYbVMstT/SChU+rAjD/AD2dyzafc6mDxekGCpYROjUUsI2AtBjfDT4WUegVxEZboNPDqi/BVU9iCv2J+2KHStJ1IzAQLEMNp2mefTC9qNVQNOYq94IYeR1hvvioZvMAn973GpBJ9QR9sczxJMz8J7oMbK0jdqBnn+5P/wAcdipeJZjqp73GOwKf/L7icmHuYfhOaK6HfUVDfvkK7eE6fCxhgomYAMMbm2I5fM0mqJAJYEk6RoFRjpCMxgfFvAUHxd4wPneJHMBQoQBVU32PuxF/DDX8rL0tgXgNRg1VxsqeOIAClwSsbaLE6Yja3LHoLHo5PRnDGOpuaPsVRLB6zmsRZVWERRJIHhljubmJuTc4Z5j2dyzgr+z0x00KEPppjAuUzBWGBgaYMaWBja4v6W3NtsNqObDWMz1Km/kRvjysmXNfmf4GoxftF7MJRUGnq0k3ZjqIPKYAEf03OM//AISDu7H6Y+r1QSCLHrKkj13xnOJcA/FSieaDb0JMjyOOvBxs6pspGMGY3/Bqff5nHo4MnfDpcnUnTpM+WPK2XKmGt+v18sdHi5VuO4RFGY4OpUad8C0uHMrCUm/TGxyqqBbAuZzAJsNsXWdxWojhb0FOd4K8gaQJGFX+GOrxaZ+XnjT5nOu8X2wKVvONLi+xlh7nuZzj0wpU3AieuFuY4sdKKNlUL8gBhvTolxGksOwJxy8CqMf8lr9VI++GXGRrUHgimlnxz5jrhx7NVlAL1DblN9tv15Y4+yNRvwaf9Q/InBmV9kXEanEC0Sf6c/1vii4zD1YjxsCynHFpMkSFE/efzx9H4Rx9CvvWNgIXGMf2QpzL1OURER3m8ntgz/6fokAGtW0geFV0ry7rMeXXCy43D6QrwtgvtL7WvWqVGVvCEKCOer4vpjP+zHGKlKoIdrNYCBzk3JtjUPwHKII0k3uajPtz2ZYPfEaSZCnBp0qc8tR1+cFieu04T/XRfli/XzCsfQ+l8C9pNdPUwuLGTY98Mctxuk8h9MdzOPlJ9pcugIDKoUwQqRf0II53iLYFq+21ICNRJG0HwnyJuPqPPEpZ8svLjF8KPVn1epmckKq1G934dj0PWMLONvw2oukUiDJKug0Qx5jrytHLHytva8vOikXPLSSbeUWI6/fA1T2grKxD0ilpsGXpE2HbefsArjxElqiseVGu/ZaayTqdpmTYHYbDSI853vjq1RCIGm3IDbnED52xkczxcusKrz0IJO/l3P8AfHcMy9dwT7is99wjSvkdvT1xFcLKrZTnQ9q58RIhhzUDTHWARLD05YUU8pRhghrBaw/eDUVCjVdYgiSwBJ6ADYkFpT9leI1l1U8q19iz06bEdwzTp25X64V8b4RnMpTR6tB6aKWDuRrUamhZK2F9r8xBk2vjwuKdGckJ8xwXSJRpUbG4IO8Ext3gY9p06iXDCVi2oBvQ2Ei9pm2JNnUYSlXQRaGCwR5aiTO5t9sL1ycHVTq0yb+FZnyClTNvli8ZzrV/VCUnsaHL+0lejdg4G371SJn+bc/7sNMr7V02tUS+8i8+q6SB6MfzxtAyCHcqVtuzWPIiIgXkg+mK2yZuU8Mf8xPPzgYZuEtJoW2tjdJxsR/loe/7RH0aiD8xjsYIUap3F++PcJ4GAPOwTO5oA/u2BCgKGIuRF9IMwLnaLE7bY0HsjlXWk9UkKWA92CLsQfi32iYBsTHac7w/KipUbV4VAJhfEB0FyZHrNueH2XDU2AY1TqPJygsDcsu40zIGDmaUeUSPcaV2OuVcqTJhqjqO9ljkR3Nt+RGWzHu10iUAaxB8Daj/AAAF7zBMHrhc71XbS1NDSHi941PXqnqdgvUiI87Yv/aPdg6o0KSSQzg6d7jwmL2UEDtfHDJNr9Dt3qarIcTkBSvKRCtcdwVEeuDUYMZ0gGNxJ+cAffGNHEDpRh733YmSwKljYgmxhYnYCeZsJbcO4trIixIkCIJIsxAkk3O8X+YHHLB7RotPc0tKqV5D5X+5wJxDIUqsagQeqsB6XGKaGZFQRrIYdR35T9RuJ5YnVdtgfW538z9MJz5F/HmY6WoGPZ6mPxuR/KVP5Rjz/BaIizHzaPnEYI4g7GkdA1NMBSfiJmACCCCTF+XfGaf2Iz9Ziz1hTHIF2+wJ++Onh8M83tbGc2h6lLKKLBCefi1fMkmMcc9lkv8Au1H8RWB9B9cZbOewdZLvUZpJuCN/XC8+y6g+IvvzP9sXfCY4+aTMnJ7Gur+11EDw1FaOhAmN94wsre3igQBJG20G3UAkH9SML6Ps9S5JJ6Ekn5YLHCFX/wBtR6DDxx8PHo2HlkVVfb4n4UJtzP8AQ/XA1T2xzD2SlAi1if0O2GdLJjp8sMf8NIQNFji0fB6QM4vqzKHjOdeYBE/yhccn7Yd6hAO4Lf0540dXLEXj6YraiZvh3mS2ijcnvEX+HVWPiq85sJn52+mDV4fP/uVB10kAG0Xtg/3XbHmmDiM88mMsaAaPs/Rm4J8ycG8O9nqb1FRKakkxe/3wUjhRHPGm9hMuPfFzHh/PCxnOckmwSSim6N1wrglGgAqU0WFAJCgSeuGL5Wm0FkViNiVBOIipiWvHacRwydIbU1/2jFiUlGygemIBsR98MEBGtlxBIny64Q8U9nw4i0BQsciB/e+NB70Ygz41IZNo+R8b/wCngMsKcdxb7Yx2Z9mnoEwxHn/UY/RZg4W8Q4LRrAh1F8JKDr+LHWRe0j89ZviDLasrEiwcyfTeDti3LpRq/BU0seRA/wDG4E9hj6dxb2Abek4YfwuPzFsYHjPsx7toqU2pkfwyARO3T1xB3FaqvetUVSUvKwD9izIsuojluPuMe4891meTKRyMx9Jx7heb/qNT7AuTf3dGq0VE0QElVcEknclNyeYPpAwRXzIoPqPvJbSUpuRAnfVadAOwETHa77ieZp04qMjpKkH4twbWaANydQHSDjJ0+KsUICfiAptBLkne9zyvBBFrnBj/ALiutCTS7jh8+KpM1xSGxFwCd/DcsSBF7AHrthewerVFMBl02Y3b3hBgEgiNUfxWvsMQqlCQK1KoamwYygYb2URO+885wyWm5OqkqJcj3SAkPHNm1CTzuQY64TlWJafqvXx+wCuhkKuiSyAKQpKswanG4iwkzJgnfbDPJ0KYCsJe8li2kAzAKoIJHXY/MYBenDFjZxBI1al8VhcSFYsSdImTY4Y5amsK1g5srSUYjlAAiOm25uMTm2169etikdB9QEqGDKTEkxvbkQ4Hexi8eZSksJMW6X795/tzxnMtTUONjUIu1z8yJBn58/NpSzbBr2Pr1n88ck8VlErDKdbRpgGZ9fnMgeU8/TRZHPhxEjVz/tjOLVkTeDv/AHMd9j1xGQGIWxF46esbeXTD4cssTszipKmbCZwPWyFNt6an0H66/M4ByPEwR47QPiNh89sGrmfHp7T8jf7jHrY5xyxtEHFxZGlw2mvwqB+r7nFXE+ErUFgAf1+vlg8PiYbD8qqgW7sQ5T2bUnxG2NBSyCBQoHhHLHqti1XxlFLYzk3uVvw1CNsDVuCIeX5YYq+LFbBaQLYnp+zdP9H9RhdnvZWWJW3kP0MaxWxINhHCLCpyRjKPskZNxHKRH2w+4XwYUYjfc9D598OAMSC4ChGOxnOT3LFa2Ja8V481YYSiyceFsVlsQLYKBRf7zETUwOamA87xSnSEsw8ufy3wXJR1Zkmxn7zHe8xiM/7VvP7saV6sPF57wPUHCrMcXrVTdzp6C32xyz42EdtSqwSe59BzXFaVMwzgHpufkMKs77Q5ZgVI1jmIt/5RjEJPP7/l/bli1lCiS1+g1H6c98c0uOm9IjrCkwupRybEsKBg7Q1vpbHmKgs3AB7yB9zjsR8fJ3+yK0Jc9naKqabGZkFWDVC3lFjbn2NsZ/K083pJDKKckBBChRyhYsY5C974apQpOWrCqtNR4SfCpsfh1bxaLAYKpZJw+o6qgA8JU8j01SJAi/0xVtQX/v6/yc8kxMvD/dj3pDOCCQWqB2E7gaYCX5iY+gqq5dqoCsFRjyB8WkXgBoIAG5LGZNr4f5fLVEYovu4YElXNx/2hBE8ixMT5XV5rKvKqKisNRimW8CPErOlRqv8AhG/Q3I0ctvfUCYKC6M5LBWEdiRMGWa5PYflhrlMoRJqLJNlVR7xmmOTGSesxt64o/ZNUNqSrWG5YeDbZQfCCIAMCQIuNsHcIpMrs1SrS01PhRSCtjpkwQGAIIMnlz2w056FNSZUFYWwPSxiLgi6yDewG1gYOCcpXNgwYXtIA1Wmw3nzA52iTjxeJAFU0EkD4gAF3i3hNj8rbnnI0ZJlTa4UWHUmBYR3JJ0mMc/xQ2pYa6AllAZv4Qx1DpEiLdAZxa7NpmDa4FpN9rTtbnzvgb9qVGCq7eMCAEqQTz2ERM73vBO2LmzJIBAFxeVB8rA+dvvc4Vq2h07ZChWJHwgyTafijfxAXH0OH2RzBZtV9ogi8f89fpjN0yJOkHqbc7iPi7bAGJHpZReBKsT0Yc/ykbemL48rxy0KZOWehtFfFgfGdyPEYgEedzvzid/11w4o5gMJBx6GPPGfxOWUGg5XxYr4DVsWq2LCUFq+LFOBVbFqtgGoKU4tVsDIcXocLZqL1OJYGr5tKYBdgs7Sd/LrhRnfahF/y1199h6Wk/TEp5Yx3YVBvY0M4g9QASSAOptjD5n2krsbMFH8oH1m5+33wuzebdyPeOxY7dN9v7Y55cYlsiiwPqbXP8eo0hdtR6Lf67YS5r2rJ+BI6aj+W31xnHpyLaR5/q4x69PVyY8rKIB6GRbEJcTN9R1jiizN8SqVfidz1VTpHy2xRSUwbKp89uYmfzxF1H4tI6AeHtuGtfrF8T92zTAMdRqDR1/D+uWIybktWParQmY0yZPf8tt55HEBTU3Bj5gGI26nbnjyqukjUY5A2E8xJ2mB0wq/xFo8NOBzFQSRHM3OozteDPLAjBy2FbGX7cRYAz2ERAsTJ++B24huCYMSQytqA53A0t/uBE7YDzNWoqhvd1SsAs1IqSYHPR4Qsj8IBk9LGrKZgVG8M0wLeGQSdwNJLbi8xcg4bkildC88eg1Wq/wDGfRwB6Y7CWvWGo+LK788uJ9f3e+OwfD932YnPLsOs1SIKlnWmi7/AZJ7lSRytbaL4mtCtIuipEghZnaNUxvHLkdwb4NglTqYCd2pkIQQfwm49DvGFNdAlUI1esS0wuna12kESBzY89r4ny86tV+fwI1epFkzGwCHSfhlFsLzszX35HteRF2IQzUEknwy3KZCwb9epPSIAYWsqvTPvaoYgwrUzpgnSw1rc2EiRO5ubF5d28IV9RIBb3nxLG8AXsbcl6Tijio9vkbYBVKbU1cGo63VwoAE/BI02BkWHLtAxQ9PSZSiIiVBhyQBIkkkQdhY+uLamWAeG1CQSCWIXePhBnmeUbYT5ioRV0iCXHiBJI+QP8P0x1YVY8ZGqoVS8EVNI3BVdQA56Qwkm0EkCO8YIrK0t4iyCJABBMG4MHw289/nn6GcSkAGbcWWyhbky5uYAsI525YMp51KgKKG2OkXXVHwsglTuefS++ITg9ktO4b0oOo1PjNN302JUaXVQTsoUSDqkzz5zFrUzAYwGlpM2AAt+L+Eem4wF/hpqLLtRCqfjUlSNgNSltIN+fpBOKmCoGNPMKlyKhixvNmNjLb/EYbrbCpRez1MmG1FLcr2VgLm+45W69hg7JujAeKm3QA2nyIty8p8jhSjCyiq+3xQ0Hn8YPMzcggkACBOC8tmFkt4yba2umqLgw0Anyk+ZMY09Y6FFK0HmmAJ26QNvLp8sclQoAdfr8488epmD+FKhB2JtPkT5dhgk0dQPivF+fruI57HCczW49l+V4i4P7xTtaBv5TvixeNXupj1t12GFhy4pjwoDPIHnvJ8QJB6gE3+cqeszqH2+/wBbjFo8ROtyaUWN042vJT6n9H/jEm49EQn1/thWq8wbeYuSNwQOeJOBMn5m32xnxOR9Q8sewYON1mFoHcLP0PPFB4vWtNQ722H9J+uKyotz76QTPK48/rgbQeluZH9DMn6zhFlk+oyjEsr5hnOpmkn+Lf8AX2wLWqgG/LnOx898XFiOYv0hZtzDRGPFczfVpj4hJH125+dvPC9Rro4zaw8iQSft+fliRUxF/md/t2+eKaueRYDOuo/EbxeOdxAtuPvgX/EPCCpDiBDERI857dRJjA5WxHINJBuNRIvJv28J/X9R0a5IhjsZPigXuABB7kXEYAzue5OV28Sq+mO9vETEkgjYSBgd8wHFnLkbKQNRAvEgCYGxtPTDqHcXmGxzqDmFPOdUdpImRfAtbMk2bSCCZILSZ20kvMQeYjbCnPZoUVXWA6VDcgr4P9pEN/8AE4W1Mqwe5L1F2Sp4gRO8gnkTaTcTPWsMUd79eu4rlqPv22mWZWraTsAdQQejaTBtIuosRGB8zU0SAasTpqVUIXxfhgyQQZIuJv8ANdmKrMpQ0VCAeqbix3+nWep8yzEpNKo6Mo/GBvEyGUchJ7+e7RxUvX5RO+hbw/L6NSU2gDxJUhSRFiCDEGQRqB/CZAxDPqSpNYVBVAs1NlAqQSA031OtgfhMb9yaaFgEarTasslRTXWH2HjkTyiwFjE4CTiNaizKxJpNHgcQsRGmL6R5Hyw8U22+vrr6+QDqHGVK/vPc67yWQgmDEmOZ3PnjsN6OTp1VDiiTqEyriPTU09r47BrF2NyGwNNIJAAPWY8o9LYqFUwY3uRO3l1j9XwBTqNEK0WhWuB2naPPvjyhmCTD1VDbz8VieYLbwevzxxTWtoo+6A+IUamk1HKU6S28EEsO8c94UYVZfOUwdIpNUkgksSI6TMaTvA8vPD/OZqvQWPc1Ky/xUlUQJ7Sdo5X9cA8RWpXplaiClNlBLE/ykgA3ntgp9JL6P9bkmK8/RYMG0AQkgPV8JNx/q3HSI5WwBxriUhlCbxqUDSsnYsFiW6DYRtOL6+RIIVq1PWikBai6SI6A2MwbkjYmLzgDPVrw6ByoHjQR4ZnTN1Agtt2uRt2Yoptda+K/JqADTJZRLBuZ3awuY5cufLDfJVqjLURajLTUyLbyTMGxEyNzacCU8zSYanhV/Ggks+4XxG4g8hyn1oYvWcrQV/dgWQSQF3g77z3xaVzWqqur2X9/Vgui2hpYlVkqSCz3Gm5sVUwSRPPnNos8DZeixSpSLPUBBJhZUXLXMKDpkQdgPLCLKzT1USV3JaSdEi0MBY/K2PafDRU8akv4/HPhEcrx9hsDhZJXq9BlKjQUuJUXplUlKYDa4p2iwBLFoB/lg72vv7l8yzU1dUQaTbwsz7fFpMKuoGd5IPIYz+XzJpwAtNdLAyfESZiTJvYmwgRhkvFqZa7iGgQFZbj8VhAE8h1xKWFx8qv17hoyodZTO1Sohhqk6vCYPy2PmTaOtmuVzywNT32EEm/zif1HXFVcw0+DSSL8xaCZ0zBP8pv15ke5fNqh11WZW6Lplge3xKQQZnsOZws+HUkUbRvaWaVeZgizVDE87Frnlf8AviTZhGH/ALbGYADgtPbaCY5fWcY7K8aSNNOSYJ1O51rFzqgAadxEk3PWDI51UZjUcGYKnSbBrAXtF7QwMdQcRjwr+Yqka2sQviBAbkskkAmCQTEweQM22xyVtoIJ6l5HaSGvOMr/AIoAQKb6g9ifhI5DS20WbqRp7RgJ+NktCpp0khgXhYO4IMqDI36874ZcNLY3NRqX4i4OoMgOwVoVQRM3vJsDciQe9oZjioUgos22J36aYAHWARMC1gSM5Tz9cCyhZgoAbARJhZ3ifDy5DHNxOlUIALj+XSpWb+oPl0HTFPArp9DOQ5fjkyz0yijeJki8kAmDsd/rit3LXVmfmrqCDG8FR5z0kja2AaWYgM1YbKWUyIbSDP4SVbYDa69Nwstx5KmvVT0mAbHUGAMkHUN7m56nYwcBYnq0tgXoM6qAkqXPuzsW0ss2uwb4GvIUERc2vgenlwEYaNdtV5FMqNmBQnS/QSdhcHEEcNdhAKgh1E8vh0nwAbypOBM1WKsA5fUkaWt4l2I08gfDfadt8FRb0sWwujWpvJQqdB+CABMzzVTqkEREEfQOrmfdkVBSUIfh3tMiAd1Ity/riyqyNIaHA+FdIFiQLsg3BMETz35CTZNSJXUqkxpZjuDEaY3sBB2w6cVo9jWRy6UmNQnWVYlr2g7knvaZ/wCMH5am8AKJAMLF4A5Hn1m/e+B6IeBpqatwNBv6gbx0v8OK6mpACtQAncDsdiBfofXAdy0GQTmAKhDfC0eEgAqbbMACZ5z8uWB83SJEagjEQ0GxEzAY8/TFlWsSV0KpV5D7fFE2/h3+c4hXVABIGoDYyQY7zA32j5YMOgGeZqrUpJFGpKAAqIDRG4JAt6mL4ty2iuhDil7yJ+MJ3AI2JN7yPPmLcvX99qWmulNN/FsQdgphACBvy1cyRjPvkalOrPumUNLCmQSoU3AnZllSAd7Ai4wyVrXRoWzRUciEAUI5jeQm/PdlMTMW267nsC0nzZFi0codQIFgbyfmcdhOST9oHMu4XkPaAMCFYKouwaDIi/IR3P8AbBeU9oQrSVdpnwKosetuu8QDE74y2Uy9JKmlqbOPw1TKiTcbnSb8o3ONBlOJMukFGdmIGobEgwJi7ERMkzbboMmOG9NjKV7j+mwqEsdC9ZZgR9v0dsDDJ+7QmnmW0jfXeJB3MW5EA2MX7xrVnIsVUkeGQSwtIkKdPKZJnzx5lcxViddUsOu1z3JtzI+2OTJCtQyQBxDhtBnFdmaR8ZOlU6AkE2337YTcR4s5Z00a0Bka7lYMSpBsvbvjXuzPY6msZOghVHYH4v8ATJn1OF2f4MdSGioaLsal0Km8Ab/F+eKcPJP+p02sVRswlSkGJcRvJUcr7Dp5csO+G10JKoob8QVQRpvsz26A9ARieazdN6rK1BffXESxBPIAKwHW5PPFIyf7M5DOk1BKimNcA3HxQNJmNzy3OO/L/ONdenpGcH0LFr06bOjIEX8Vg7EkTIkkC25GKquaFGq7BtVPSIJXxbHTYiAD18u+BBw+omZX3/gkyNeo6l6Ar/LaLcsPVyVf3fvKQQIANDAhSCI/zNVtrXO8YjKEYtW7tfL66i0KjxizUwqqIBDNAaRzBiZi0dzjypQqFl0hQzAmHjxXmVuQT5QeZGGGZrkED3QWq0nwBmYGDJkgqw25kD64V16IJi+sz4zMrB5KDA6STG/TDwa3Sr7+kOu4UKegwCoYAM0yjEwfhMQRvE25YX1a6MoYg6wNwTpgelo2JBvv5m0csirLVCagErF+8EAwLwRq3vgV6VWsAaakwPFAA63JJvcnvAw8HHe/nt6QJSKKS8lVi24aTp3mYG4HrMdoxzZkOx1rE2Y6oAI/EAB/XfFBDJAJIO0EEGNiDPlEYMVmqEs6EqBZVsYne+w284Hni701f5FsoTMmnIRiVDQTFiQbGeVha/KcHZKs9QRSCI6nVqgKeW5J2NxEHl6Ugoan7sl6YW4YgGJi0iDYwNVtpOwEqGTUqyktTcE6lMEGLXi8DlYzJjsk6atr7flGJV+KVEYkuSwaNLGU6alBG5NwRBHecXvm0qeIsKTMDso09gYuINtQBu3bE6xpEaFmpBGtiRyEDTAuAYBtHOL27L5+lSPu3oqAfiICMR3DbkSIHzHeWjVxjr+jJiniGbfxLr1KQJ35gb+R/Uzgfh1QK4LTA6MVPTcXG+4nywZxnK6TqUyjCVJGkkeQsCNrHliXs/UKMz2tAuJ/FNpBg+Hfl9D0KuS0bW6GlJUQaqAZ+Z1MP9ULa4nfnHzLoZgeFlUi0rqhioiCO4MRcch3GF6OuotRVlESVgHbmIAiTc7456wsxqEdQO+/688ccoW9TBruxJNpA26DoN4BH29MdRUNAhiWteJJJj5zgb3qk6laG5ECNXny9YwbQzVBYqOzU31D4V1CZHiG0EXa28dSMDke1DFz8Nrbw4vdY8PMXk3BAa/Ynvio8KrmWamj6o+Fo6EEDr4hcAi464ZJmlYD3eZqDUQCWH4dRY7SSJmx3k4O4eSxb3ZzFVkjUBTciARqiFjVoiBO4FpFmS6IxnOF8HchiwcBSQSbgEEAiBzEjlH0wxzXstmKmqBKgwCCL2mZ2mCpieZtyxrcn+zqA1QmKoJYFiRdZI8MGYVRcA2vJE4qzecLKAK0UxqjTck2VQSB8QvvO25i6Ty03W4NaM9Q9jKxrU2pOiKjLqaoxBUrcwFvZw0HlqEE7hlkcg9E1VeuazAkU3KnSAY1by8mIJ1n53A6itrBR2dNRAFQnqSJBBJhdF+rDrcsVzUlNTA7KRTllgQTLEiNUwYI7dYvPOlF6hSKqfG8zTGgUSQLDSAB6SpPzx2Di5WxtH85/JgJ8sdgc8ew9R7GPyucd41VJJmwpgBgLRB7Dc4Cr56nTYo0htUEbW3uVG3YHzvgrimc93BqU9Ui6swgwbEyCef98EZbitKoqkIFY9FBBO9oJIInpacW5VjV8v0oSuXQhS4tTICgkDfSiad78vlfocWtnxUVvcjTUF6ZaL9CJJgSD6/SGZyWpxoZXM6tDSRO4gAzFj1+E7RgirTrmPd0vFIBJgAgbfHeBsPLacTytXa++3zNJ6iLLV8/7wn3gMyPEy6WFj4Z5TG2CcrxDOe9MrLTIBYDT0IvtzM/8aFeDOT7yoGDhVDKNK3gAnVO97Ebdt8XLkdW3gI6MGMd+t458uWBPJBr+aRnHRczOy1Iu2rVTH8a6dMkSSQSBM9xucZ3PZdKbu/vGR1u/ugSNOwBJMar38/U6H9gKkkMuqNtWrflLGdtNusb2wqz/BVZyxdQD8QsBc7wGEzte1xjYWkvNp7iqWlkcvUy+bR/fMNIYyWcKQRIkXjmPhEXAwuyuVoJTIpVRWdGkWMCTAhT4ZtuZ5YsPAEge7cKoBmWPiJEcpabfCAJJAx5/hlCgNbhngaiULKDBBXTP5k8tudpONaSddhZrqya02dCK7JTWQZCXGkiB0FiYaD5xj3NPlgCS9RxuAkyeVzzjv8AlcPM8cpOVimAs32k/wDeb6omY59ceZfNrSdlNQgvt7uImJk9QD4Y+8nC8s0lo17l/hiuTWxTpamSaCu1Ig6yy+HYgi+4Ei4Am+PHTQi1APdi4JBOo3sxmwPSw23vhrwbOitqpMdBAnWBsZsVA+G0E2wG+XXLVPeM0SYIEOsRyMRuBfkCNji0Za8rWv5BoU0FpVAwqVB7wC8qAG2Mg3hoEWH4sV5nIsxDLW1AWU3VrHmDEG427YNzFGnUqWMK1kcqFhjJUctrST+cYXUspq+IAsCNgpVYgGQRBAFo/Qon1TM66A+Upe7bx6Y0hrQb3A7xIlh1HaMC5yoxffY2M8jfe3X9Th3QyiEEkw0lgABbVcAienbngitkV1aoBAkMWBABmCLfEJkCJv5YbxYqQOUQUmKgMCwuCbc7Gx2Im8RjqjC1pJv5gXO+HP7GpUqoEREgyVMf82jpfAnEuHVFXWwsRJJIF+YjpN57YMcibNTQDnM41RFDXidPaeQ7WxPg9UrqIANtiAeo5i2+Bq2kIt/EbkCIAi3cNvI9bzgzL0qJUKKpDPa4nxA2sBKgjbeZ5XGKNLloHU580bwI3Ijla8RaMV+9rOdCiW0mwgnTGr5xeN574jSyNYkCitV9VoAPjIJsADJEeu+NPwr2Hrsi1XDUEqaShLDUwMzpv/2tBvCnbCz5YLmZrFXB+HO0KViCdWo6bctBvPMmBy7jDTNZNHRFJiSeWmOzaoIO36GGlHgPu9FTNEe8MISg5ga0dWU2IUgGenO06fgCZKk/vGT3zsoKtUboY1kMQCSdIMC/eccMuJTd2OnoIOFezZUBnqKFMm15A53PxSO++NLTzY0mmSSpGkC4WAIGorB25dz1x5xKgMzUNRW0GDCC4XvptqF+XTfC8ZYpdqlNVDCwGrUOhiLkSIH8RvbEZT62Gjs9knWmukIlx4mkg2tESR15856YqpB1GisShNtSSFvquLDSYIEx52thnRIKAFjpEHUtjA20n8zcHa2BDlxMF/fM0FPAAVFwJbbkQZEGB1gwySvRUGSJVs0zjRSZS0eIQ2oDqD+ISRtG+5iMAnO1qUChT9/zZ2qadMzEER5b2tY4PXwiFAMTqABEED8W51E2vcekYFFapUBUOacGCQxY/wDlMHbnF8TjNU6Sa9/9hdKoAqcUckmoUV/xL7xrfTHY9q8IJMtmXY8ySom3QbY7D82PuvoDQz3EkDClIBksDN5E7HCz2YQNVggESLETuwnHY7HrLyMpLzI3+fQKQFAAk2FhcgHA2aqEZdWBIOo3Bg/Cp388djsedm8q9dQZfKgfL1W1OZMhLGdvAMXZRQtAEAAmZItu18djsc+TZfFEWBcAuHY3YAw3P4eu/IfLEeJUwz0gwBBWSCJkyMdjsd8tGzp9g0OXoqKasFAYlZMCTMzfvA+WFXHHJotJP+Yo9DuPLHY7Hne0vic09z55nB+7U9j/APs2HntSNPEQF8ICU4AtEopMRtck+uPcdj3JfqX6HflGmcUB0IAlkIY9RqG/XE+LUwMopAAJAkxv+pPzx2Oxy4vZ9dxIAbKDptu0nudRv53PzxLjKhWfSIh7Rbr/AEHyx2OxZfseOwzrqP8AD6jR4hEHmPHFjytbFGSpj9nNh8Ubco28u2Ox2FXlfrsVl0CchTADEATIXb8PTy7Yy/A6hZyGJINyCZkiYPpA+Qx2OwcXtfL8CS3FftD/AJpHKBb0xoPZbLoURiqzpYzAmREGeuOx2LZP6USfU1uZpj3tAQI93TERy90hjykn5nrj6Z7bZZGoQyKQqrpBAMeJRbpbHY7GzeX5DPc+LtUIzTiTGojfkIgeQ6YlTql2fWS0ZwKNRmFOuVv+HttjsdjkklYe48rZh/csdTTriZMxYx5TiPC6SmGIBYIYYiTz578vpjsdjmn5ZD9GOKCBpYgEgGCRJFhscJRWbS3iN8xUBudo28u2Ox2OOvN67kn1D6R8K/8Ab/TFVZyoYKSB4drdMdjsGfkQHsV0XMbnc/c49x2Oxayx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AutoShape 4" descr="data:image/jpeg;base64,/9j/4AAQSkZJRgABAQAAAQABAAD/2wCEAAkGBxQSEhUUExQWFhUXGB4bFhgYGB0aHBocGxoeGhocGiAdICggHRwlHBobITEiJSkrLi4uFx8zODMsNygtLisBCgoKDg0OGxAQGzQmICQsLCwsLCwsLywsLCwsLCwsLDQsLC8sLDQvLCwsLCwsLCwsLywsLCwsLCwsLCwsLCwsLP/AABEIAMIBAwMBIgACEQEDEQH/xAAcAAACAwEBAQEAAAAAAAAAAAAEBQIDBgABBwj/xABCEAACAQIEBAMGAwYFAwMFAAABAhEDIQAEEjEFQVFhInGBBhMykaGxQsHwFCNSYtHhFTOCkvEHcqIkQ9IWFzSywv/EABkBAAMBAQEAAAAAAAAAAAAAAAECAwAEBf/EADIRAAICAQIEAwgBAwUAAAAAAAABAhEDITEEEkFREzLwQmFxgZGhscEiM+HxFCNSctH/2gAMAwEAAhEDEQA/APlHvDti+gZPhJnly+RnrgKR9cW0TBkGMdTWgqDK1XWxBLTEXbVfz6f1x4AoI7WM7f1/QxGpUlQO0G3f+h3xBR8+pwvQIxoZglvCwSN+Qv0Edf8AnGgyvFNCEVaiuDsyjYk3BPltyibXxlAoAF5PIT9f7YY5aitRTIAdRNmI1TyMTN4uL2545ckVv+gpGs4xxNTSYKqMzDSNQ2JAB35gGduYxmK/D8wq6mBIIBMKI7A6dvWBbCzxkiYIHLVsN7DkPTmes4sovUaEUkj+HUY8yJvOHxQcFVoN3uXZTIVKsaQo3IJ5gfOBbsPyHekVMTJ5wf1OCc9m61QFWAAJvpVYMWFxvEYZcDycSuhC5A8VVCyre5A6gDnY/e/iOKtg5b2EwbkcSsJuf1+eGea4cUBVwwnV7sin8RXVGx2MmRuAgsYjCirUEm3aDvO3mDh45FLYVxoaHQlFWkNrmAVUn+abzHb1wszFQlyx8RYliYgSTfGl41Tp1XpJl0VTUQtBhSDyDMLCAzG2+gdRhHxvKNRaHYF52VgQo5bG3YeuIY5p/FjyiSy2QqMxUCG3g2i07na3PEqqMjmns4iWDSCCszO0XHzwvy2YIEaiLyLmAewGG9Pinjkz/l+7eYOoC958gAew7YMnNMCogKoUHUxLRYAgie58umJZfPvsATJ2j89/rbEM3mEKU1GkGSWtsDcXUeIAeG8XGI8OZ/jUCF/HEbdf7+vOVu4219Q9SGdVkvuP+4THQgXHrGIU85H4YPrt2g4K4pn2rMLbAgAFOs2AFrRe+2FTjnBi4E9u+Kw1j/IDXYKFZnYmzEmfFafti5asRAKmOtj3iLYq4VnPctq0gndTeVMEWjfe4PQbYOqpTILqtoBEtPSZJMzJ2g7b4WcqdVoFIeeyeeqM+gOVnlqgdyRzMD1xt/2hhoDNO5MDcAbc53+mPmPslVArAaoPIEEgkcrHeDz6Y+jtSKuv/a5kDqVuZ8vvjzuJSU/kPDVBwrT1A8o59+W+3mDj01AdjtsZ/v8AqDgNhf4Y8tz17R88QNaxsJ6a5H2BnHL8ClBxcRv8rz9cQLxuZvb9TgOo082HOLi3mZnynHgqBbzUA2AINvSCI23PLlzwKC9cc/ynHhv38j+ueBBmRLSfD3ItHaJ+++IvVB+I6pIgNpt5cz1vg6goONaP+fXlz/V8UjM+nY/LcjtiqReCJ252PeTPpbFVSsRAII5AqNU258h59jjI1BQqdd/Mf0x2BvfBbHQD01afpyx5ghpHxMKqsQfEBaRYT2ncf1wZwzhhrtCdCeZMDnYRHy7Tjd5jgWUABKA3LkgxcxAEQdIOwBA+uM9xPhDUiBTMLpA1BipkDxEwZM+vw49CPFRnpHf3keRi8ZIBZ1SIEgDmW0fe8jkeWGR9mGZFem6t4fEAH3H+nfrP1tjOM5DMAbNG03htzN9ifkMbPhXtEtLwoGbV4m8JOkiwCi1tMSbbc8NleRL+I0V7gRPZkopqv4tNygJFhBbYSYEwBBmPVlwvhdGo8awAlmGlIjSJE6QWMwAxN/GcdxH24gaaKAtJuxBT5RLfMYScE49VolgIYVCDB31WAvvsAN8SUOInBt6PoUikaev7OUdSuK25UEDSTdgs6ibW7YO/+nKaqRTqTJBgssSCSLhSReTzg9cIG9oRUgN4DqTeCtmUm8dueG71vDrLKV0kzKXjp1t0xzShmjSZVQiVP7PU0dXgrpkwGm97amExfDKkaYBsyk7kXPTYAHbnjOU/amiafvCGAD6dIALTEgxrHhI59QRgih7SUak6dYCxqZ4UAzYCKjTby5erSx5mtUwp49g7juTpvRLpWYGmfeLKxcSTtfYnbGY4jlkXMUS7L41GsiIDq5BB9ABPOOYM4cV+MZeDFQSbRJPnut8ZLjqjUpRxUGnSDHigWAadyBYNGwHScdHDRndO+omWMVqjRcK0FjUG1OkiSL3IllgdCBf+a5wFxemKje+pAMR8RIkWttFzy53HzjwnMU6aqiQzEeKx3jxSbCOXpg/K1abgM9RZH4Spt0IE+Lzm3ScU/kpWkZpctNgNPhTrSlmVWLEta4FrAz9BHnhFUoAvCy4LAAxdiYFvUwMbBqauZ1wDbw6hP+4bct8KfaDKBKYdRPjAYzMjlt3Avg48j5qfUWeLSxXlaco1XSCFZVAJMMWBsBeYsTfbzwzyNJqqe7NUqhuqwuksLkGCOpjzwx4f7P1KmVogcv3gMA/Hy36RuOWLafC66P8AvaZEXVlJifwyd7b39MaWeLunqjeDJdBPT4aVqDxRJjVBIXxQQ2kkzF7TYnBOe4ejNopskE+CdWrVrZQp28Ri4I/h6Ys4lw2qQGd76wJnw+MgW9SBt3jbC+mBTzwECoEe/UkAAwF3h+gvpna+Mp838r2RNquhdmOCVFPuyAIdRrMgHUIgGLgNawm4nsbxv2bqU0BRSwkiRcgT4ZgdLSe2N7l0FSmrhdOoTpcFWHmORnHjIRs0eU/1xxLjHJqnsU8OL2MTkvY2uFV5UODdGgjsZFj5YPy/7cvwEVGBOuTYDW6gAGIHgblG2NWGcXBBHkJ+2+FfCM8PGxEbX5Xl/wD+/rg/6jJJNtJg8Oi5eMVFX97lqob+QK4NtybX9BvgKt7SUdXjWpTBB8TJEdhI57+vrhv+3Keh7bxiNd1IIYG+9rfYA45lV6w+j/yNysVrxXLNAWsqyJ6HlE7rPOCPTF752moJNenEwNJANtge+/TcWxF8khHhiOcrI6YAbgFJre6We3h+xxZQg+r9fQNMc6mYag09/CZE+Y5Dl3xJkYAkz5RER5gk/ba2M+eDQw0mqkcgxgf7sFJkqsALmKo6k6WPzjCvHWz9fcFDJ0tBN+oIHzsB9sUCraNVxPwMpg+bH6ffFRfNIIWupt+On5Rux+3PFVXiOehf8mRYkFr+YiJwqjL3fX+wBgkxtUHrP548wiqZ7PSZFWf5dEekvjsN4cvd9QX7jEPxytUCou8yY5kknYchJxPN8UaqNLPI5gCJgyJ574vqZP3y/wDpcnXeditN2UcjpAkMf74tyPBgpiqPFYFSCIm5DDeQAd8epGOOKvlr8mhFtgeRos5imgjaTsPM8uuPc8rglFJKxJABHq3M2vJm0Xxo0dUUEkKseQAIkj5aR/qwPW4pSpyRF7/wgnedpa/QGy98ZZJN6Iu4RS1YmyPC3cxpI7kbfrph5+zZfLjxkM0X5n0A+/8AW1WYq1Wpo+qEqSVC7wLXJvNz03OBhQAFxvvN/njT53o/sJHJCO33Df8AEcrXQLVR6FUE/wDqFGtXHL31MXDctaSTMkYWV8o6KTIak1mam0qfMi6nswB7YnoCwYBjkbz54g9YFlK+F4hivh5n+GBGmNsNBunROUlepTlcllSP3rVaTdoZY67T+vQVgUAdKDUoNmaZPcgRH0wXneGhaVJ5J16hB/lMWwsNMA21T05+nUYeveCxhTzNPTencbQ0T85k4X1a/vLT4RJAnYdu+LatMAaqh5eELB57NeQO8HaBywDVrgxCwO3Pue/pgwinqhJyextVR6tEMgaqSJWWkAzEGTuLjyAwu4X7O5moVLA06ZuWkEkHmoHXv1wiynEKoIio6RHwkgx0kfq+GeV4rVUADMVFFv8A3W6Cw5bdhibhKCaiy0ZRm9Te5l6VJP3jQotLDt0/oMZP2k4ll2pMlGCzMv4dIsZJkgdI9cecY9pBmaaU9D6hudW/mOfr9cI8lUph9Tgkd5PzI/pieHE4rmlv2HySvRbG/wCF5UVadMU2FlAYhlbTAFpBj5Ti/MZfOUibqyA7yRA7iWn0XCTKcWprTKq4plyJAJPhIM7KqJFhAmZuRGGy+2/uU93l1QCRLaZZvPTa5/XPEZQk3t6+JRWtivMVK2Yo1A2XYeGQ2i/MBvw3UwYI6b3hPwXJ0aymtXQ+KozKbwF1FolhB8TGTPToMR4x7X5qoP8A8ioCZBUWsZ3JM+kDCnhHEHowvvWCc1RiLfYDn1xaOB8jS0+BOU25a6n0XL5lNKqlRQBYCCIEGLi0YI9+3IAyRdYYd+h2xlMpkVrHUjLuQNRCEgXJWZJA/iFuW+GeT4bUYeAsQDc6tXLa4jnjz8nCw6Mek94/QdNxAICfhIv4gV2/X1wD7MVSKRkLuokEj4aaIeXVTgTiq11oVIJMKRDCe3WPpivhuadKctSVrsZVoN2LbmI3wi4dqDp9QPGr3o0zKjCQBiHuO/yP9MKqfEKcDVrpkbk3FurHBWXrK11qUzJ5+HtuZmwxB48sTeFPo7CPdmd8erTInr3jAlWowYwDAHKCOW2IDiJUAm1vxAj+mDcmK4yW6C2bqPpiomNsMRXQj4h6jENCtsRfob4RToSxYx+nUf3xE6Z5fb74ZNw0dvkflil+GIDGoA9J6fU4os0H1NzIAJp/qP6Y7FlTKKDBKT/3D+uOxdU0G13PmPCvaPM5ddKVWVVAClRTOkXtBUhp6nFVTjtRgSovs0RMkQTYQBA5Ab49q8GjLuyFmddJcEFTHMKLzpYr5h52xVwbJuXqIAJUwbj4r2HU2OPWc8clzI54Sa0TBqleq5k6h30yb9yZHpGICgZlgfMkD74Nr5tVkFrg8to6zgSnmlvA59MUjJvoaSSNX7wfsmX7ax/5YGavhQeIuUVAIAJInvip828bjGldunuBONajR8ydJMCPPePTFi5N9IcadJAbczET/Dv64zbkkyTi5apiNVoj/wAdP9/PBiklSFlK2abNZgGhljyV3J7Ak4Q8Qu4I6D88DGpaC5t3x6Ky9frjPoG1qSJ/XPHgU479pXHftXT7Ywpcik72/XLBuXWmAAwI8O4Y35ieg7AYAp1HJgIxPTQSftjnFYAeB9JAKyDBHIjCuDYU2NaLZdlIY1A3VVUKQOXM8pnTgFsupnSW7AgdesiLdjgT3db+A4up5KuROiLTeNsGOJrZhbZZBA+LtE45KsAiF8yWn7x9MMOEezeYrqpVqagm2pjP0U40X/2tzUqvv6MvcmWt9BOGruDmrqYcsBzOJ0q0Eb+hvjccS/6VVaAls1TJhiFVDfSs8z6YA4B/07rZqmtRK9Iap8JmRBI3HO31wdKApe8zzcWqCyu4XprP9b4nw/i70KgqJZhPrO8wQTjU5r/pHn1nSaT+TEfcYz+f9js9Q+Og0dVv/fC8sWqHWR9Gaeh/1B95S0VwoYuuykjSHUnryBxqMtxjLVhK06LW/CL+fOD6Y+U0KYgJUpOt5JIAtBsNQEX74aZbgoKllCqgi7EEsSfgCnUDaTcQI5zjz83DQvR0dMcku59FQZdplD5hpg/IYGPActU8QJDXuYJvexnV9cZGjRrg6qTpMRpa4i14Vbekbzh1ks45Xx6VbeAWPrtjllGcdpFVkvcnmfZeqjaqWYI6eOD66z588DJRz9ATU92aNtTEEQJG9iLeYw1o8VKz4gf9xH2+2BeO+3uYpIgplQragze7InaI1Acp6gx2w2LxJvlpP4h56VoOTiKVNhRfuhIPzWR9cEU8kj2CtTO9mDD0BJPPGU4X7aVXq/8AqalKpTYbVMstT/SChU+rAjD/AD2dyzafc6mDxekGCpYROjUUsI2AtBjfDT4WUegVxEZboNPDqi/BVU9iCv2J+2KHStJ1IzAQLEMNp2mefTC9qNVQNOYq94IYeR1hvvioZvMAn973GpBJ9QR9sczxJMz8J7oMbK0jdqBnn+5P/wAcdipeJZjqp73GOwKf/L7icmHuYfhOaK6HfUVDfvkK7eE6fCxhgomYAMMbm2I5fM0mqJAJYEk6RoFRjpCMxgfFvAUHxd4wPneJHMBQoQBVU32PuxF/DDX8rL0tgXgNRg1VxsqeOIAClwSsbaLE6Yja3LHoLHo5PRnDGOpuaPsVRLB6zmsRZVWERRJIHhljubmJuTc4Z5j2dyzgr+z0x00KEPppjAuUzBWGBgaYMaWBja4v6W3NtsNqObDWMz1Km/kRvjysmXNfmf4GoxftF7MJRUGnq0k3ZjqIPKYAEf03OM//AISDu7H6Y+r1QSCLHrKkj13xnOJcA/FSieaDb0JMjyOOvBxs6pspGMGY3/Bqff5nHo4MnfDpcnUnTpM+WPK2XKmGt+v18sdHi5VuO4RFGY4OpUad8C0uHMrCUm/TGxyqqBbAuZzAJsNsXWdxWojhb0FOd4K8gaQJGFX+GOrxaZ+XnjT5nOu8X2wKVvONLi+xlh7nuZzj0wpU3AieuFuY4sdKKNlUL8gBhvTolxGksOwJxy8CqMf8lr9VI++GXGRrUHgimlnxz5jrhx7NVlAL1DblN9tv15Y4+yNRvwaf9Q/InBmV9kXEanEC0Sf6c/1vii4zD1YjxsCynHFpMkSFE/efzx9H4Rx9CvvWNgIXGMf2QpzL1OURER3m8ntgz/6fokAGtW0geFV0ry7rMeXXCy43D6QrwtgvtL7WvWqVGVvCEKCOer4vpjP+zHGKlKoIdrNYCBzk3JtjUPwHKII0k3uajPtz2ZYPfEaSZCnBp0qc8tR1+cFieu04T/XRfli/XzCsfQ+l8C9pNdPUwuLGTY98Mctxuk8h9MdzOPlJ9pcugIDKoUwQqRf0II53iLYFq+21ICNRJG0HwnyJuPqPPEpZ8svLjF8KPVn1epmckKq1G934dj0PWMLONvw2oukUiDJKug0Qx5jrytHLHytva8vOikXPLSSbeUWI6/fA1T2grKxD0ilpsGXpE2HbefsArjxElqiseVGu/ZaayTqdpmTYHYbDSI853vjq1RCIGm3IDbnED52xkczxcusKrz0IJO/l3P8AfHcMy9dwT7is99wjSvkdvT1xFcLKrZTnQ9q58RIhhzUDTHWARLD05YUU8pRhghrBaw/eDUVCjVdYgiSwBJ6ADYkFpT9leI1l1U8q19iz06bEdwzTp25X64V8b4RnMpTR6tB6aKWDuRrUamhZK2F9r8xBk2vjwuKdGckJ8xwXSJRpUbG4IO8Ext3gY9p06iXDCVi2oBvQ2Ei9pm2JNnUYSlXQRaGCwR5aiTO5t9sL1ycHVTq0yb+FZnyClTNvli8ZzrV/VCUnsaHL+0lejdg4G371SJn+bc/7sNMr7V02tUS+8i8+q6SB6MfzxtAyCHcqVtuzWPIiIgXkg+mK2yZuU8Mf8xPPzgYZuEtJoW2tjdJxsR/loe/7RH0aiD8xjsYIUap3F++PcJ4GAPOwTO5oA/u2BCgKGIuRF9IMwLnaLE7bY0HsjlXWk9UkKWA92CLsQfi32iYBsTHac7w/KipUbV4VAJhfEB0FyZHrNueH2XDU2AY1TqPJygsDcsu40zIGDmaUeUSPcaV2OuVcqTJhqjqO9ljkR3Nt+RGWzHu10iUAaxB8Daj/AAAF7zBMHrhc71XbS1NDSHi941PXqnqdgvUiI87Yv/aPdg6o0KSSQzg6d7jwmL2UEDtfHDJNr9Dt3qarIcTkBSvKRCtcdwVEeuDUYMZ0gGNxJ+cAffGNHEDpRh733YmSwKljYgmxhYnYCeZsJbcO4trIixIkCIJIsxAkk3O8X+YHHLB7RotPc0tKqV5D5X+5wJxDIUqsagQeqsB6XGKaGZFQRrIYdR35T9RuJ5YnVdtgfW538z9MJz5F/HmY6WoGPZ6mPxuR/KVP5Rjz/BaIizHzaPnEYI4g7GkdA1NMBSfiJmACCCCTF+XfGaf2Iz9Ziz1hTHIF2+wJ++Onh8M83tbGc2h6lLKKLBCefi1fMkmMcc9lkv8Au1H8RWB9B9cZbOewdZLvUZpJuCN/XC8+y6g+IvvzP9sXfCY4+aTMnJ7Gur+11EDw1FaOhAmN94wsre3igQBJG20G3UAkH9SML6Ps9S5JJ6Ekn5YLHCFX/wBtR6DDxx8PHo2HlkVVfb4n4UJtzP8AQ/XA1T2xzD2SlAi1if0O2GdLJjp8sMf8NIQNFji0fB6QM4vqzKHjOdeYBE/yhccn7Yd6hAO4Lf0540dXLEXj6YraiZvh3mS2ijcnvEX+HVWPiq85sJn52+mDV4fP/uVB10kAG0Xtg/3XbHmmDiM88mMsaAaPs/Rm4J8ycG8O9nqb1FRKakkxe/3wUjhRHPGm9hMuPfFzHh/PCxnOckmwSSim6N1wrglGgAqU0WFAJCgSeuGL5Wm0FkViNiVBOIipiWvHacRwydIbU1/2jFiUlGygemIBsR98MEBGtlxBIny64Q8U9nw4i0BQsciB/e+NB70Ygz41IZNo+R8b/wCngMsKcdxb7Yx2Z9mnoEwxHn/UY/RZg4W8Q4LRrAh1F8JKDr+LHWRe0j89ZviDLasrEiwcyfTeDti3LpRq/BU0seRA/wDG4E9hj6dxb2Abek4YfwuPzFsYHjPsx7toqU2pkfwyARO3T1xB3FaqvetUVSUvKwD9izIsuojluPuMe4891meTKRyMx9Jx7heb/qNT7AuTf3dGq0VE0QElVcEknclNyeYPpAwRXzIoPqPvJbSUpuRAnfVadAOwETHa77ieZp04qMjpKkH4twbWaANydQHSDjJ0+KsUICfiAptBLkne9zyvBBFrnBj/ALiutCTS7jh8+KpM1xSGxFwCd/DcsSBF7AHrthewerVFMBl02Y3b3hBgEgiNUfxWvsMQqlCQK1KoamwYygYb2URO+885wyWm5OqkqJcj3SAkPHNm1CTzuQY64TlWJafqvXx+wCuhkKuiSyAKQpKswanG4iwkzJgnfbDPJ0KYCsJe8li2kAzAKoIJHXY/MYBenDFjZxBI1al8VhcSFYsSdImTY4Y5amsK1g5srSUYjlAAiOm25uMTm2169etikdB9QEqGDKTEkxvbkQ4Hexi8eZSksJMW6X795/tzxnMtTUONjUIu1z8yJBn58/NpSzbBr2Pr1n88ck8VlErDKdbRpgGZ9fnMgeU8/TRZHPhxEjVz/tjOLVkTeDv/AHMd9j1xGQGIWxF46esbeXTD4cssTszipKmbCZwPWyFNt6an0H66/M4ByPEwR47QPiNh89sGrmfHp7T8jf7jHrY5xyxtEHFxZGlw2mvwqB+r7nFXE+ErUFgAf1+vlg8PiYbD8qqgW7sQ5T2bUnxG2NBSyCBQoHhHLHqti1XxlFLYzk3uVvw1CNsDVuCIeX5YYq+LFbBaQLYnp+zdP9H9RhdnvZWWJW3kP0MaxWxINhHCLCpyRjKPskZNxHKRH2w+4XwYUYjfc9D598OAMSC4ChGOxnOT3LFa2Ja8V481YYSiyceFsVlsQLYKBRf7zETUwOamA87xSnSEsw8ufy3wXJR1Zkmxn7zHe8xiM/7VvP7saV6sPF57wPUHCrMcXrVTdzp6C32xyz42EdtSqwSe59BzXFaVMwzgHpufkMKs77Q5ZgVI1jmIt/5RjEJPP7/l/bli1lCiS1+g1H6c98c0uOm9IjrCkwupRybEsKBg7Q1vpbHmKgs3AB7yB9zjsR8fJ3+yK0Jc9naKqabGZkFWDVC3lFjbn2NsZ/K083pJDKKckBBChRyhYsY5C974apQpOWrCqtNR4SfCpsfh1bxaLAYKpZJw+o6qgA8JU8j01SJAi/0xVtQX/v6/yc8kxMvD/dj3pDOCCQWqB2E7gaYCX5iY+gqq5dqoCsFRjyB8WkXgBoIAG5LGZNr4f5fLVEYovu4YElXNx/2hBE8ixMT5XV5rKvKqKisNRimW8CPErOlRqv8AhG/Q3I0ctvfUCYKC6M5LBWEdiRMGWa5PYflhrlMoRJqLJNlVR7xmmOTGSesxt64o/ZNUNqSrWG5YeDbZQfCCIAMCQIuNsHcIpMrs1SrS01PhRSCtjpkwQGAIIMnlz2w056FNSZUFYWwPSxiLgi6yDewG1gYOCcpXNgwYXtIA1Wmw3nzA52iTjxeJAFU0EkD4gAF3i3hNj8rbnnI0ZJlTa4UWHUmBYR3JJ0mMc/xQ2pYa6AllAZv4Qx1DpEiLdAZxa7NpmDa4FpN9rTtbnzvgb9qVGCq7eMCAEqQTz2ERM73vBO2LmzJIBAFxeVB8rA+dvvc4Vq2h07ZChWJHwgyTafijfxAXH0OH2RzBZtV9ogi8f89fpjN0yJOkHqbc7iPi7bAGJHpZReBKsT0Yc/ykbemL48rxy0KZOWehtFfFgfGdyPEYgEedzvzid/11w4o5gMJBx6GPPGfxOWUGg5XxYr4DVsWq2LCUFq+LFOBVbFqtgGoKU4tVsDIcXocLZqL1OJYGr5tKYBdgs7Sd/LrhRnfahF/y1199h6Wk/TEp5Yx3YVBvY0M4g9QASSAOptjD5n2krsbMFH8oH1m5+33wuzebdyPeOxY7dN9v7Y55cYlsiiwPqbXP8eo0hdtR6Lf67YS5r2rJ+BI6aj+W31xnHpyLaR5/q4x69PVyY8rKIB6GRbEJcTN9R1jiizN8SqVfidz1VTpHy2xRSUwbKp89uYmfzxF1H4tI6AeHtuGtfrF8T92zTAMdRqDR1/D+uWIybktWParQmY0yZPf8tt55HEBTU3Bj5gGI26nbnjyqukjUY5A2E8xJ2mB0wq/xFo8NOBzFQSRHM3OozteDPLAjBy2FbGX7cRYAz2ERAsTJ++B24huCYMSQytqA53A0t/uBE7YDzNWoqhvd1SsAs1IqSYHPR4Qsj8IBk9LGrKZgVG8M0wLeGQSdwNJLbi8xcg4bkildC88eg1Wq/wDGfRwB6Y7CWvWGo+LK788uJ9f3e+OwfD932YnPLsOs1SIKlnWmi7/AZJ7lSRytbaL4mtCtIuipEghZnaNUxvHLkdwb4NglTqYCd2pkIQQfwm49DvGFNdAlUI1esS0wuna12kESBzY89r4ny86tV+fwI1epFkzGwCHSfhlFsLzszX35HteRF2IQzUEknwy3KZCwb9epPSIAYWsqvTPvaoYgwrUzpgnSw1rc2EiRO5ubF5d28IV9RIBb3nxLG8AXsbcl6Tijio9vkbYBVKbU1cGo63VwoAE/BI02BkWHLtAxQ9PSZSiIiVBhyQBIkkkQdhY+uLamWAeG1CQSCWIXePhBnmeUbYT5ioRV0iCXHiBJI+QP8P0x1YVY8ZGqoVS8EVNI3BVdQA56Qwkm0EkCO8YIrK0t4iyCJABBMG4MHw289/nn6GcSkAGbcWWyhbky5uYAsI525YMp51KgKKG2OkXXVHwsglTuefS++ITg9ktO4b0oOo1PjNN302JUaXVQTsoUSDqkzz5zFrUzAYwGlpM2AAt+L+Eem4wF/hpqLLtRCqfjUlSNgNSltIN+fpBOKmCoGNPMKlyKhixvNmNjLb/EYbrbCpRez1MmG1FLcr2VgLm+45W69hg7JujAeKm3QA2nyIty8p8jhSjCyiq+3xQ0Hn8YPMzcggkACBOC8tmFkt4yba2umqLgw0Anyk+ZMY09Y6FFK0HmmAJ26QNvLp8sclQoAdfr8488epmD+FKhB2JtPkT5dhgk0dQPivF+fruI57HCczW49l+V4i4P7xTtaBv5TvixeNXupj1t12GFhy4pjwoDPIHnvJ8QJB6gE3+cqeszqH2+/wBbjFo8ROtyaUWN042vJT6n9H/jEm49EQn1/thWq8wbeYuSNwQOeJOBMn5m32xnxOR9Q8sewYON1mFoHcLP0PPFB4vWtNQ722H9J+uKyotz76QTPK48/rgbQeluZH9DMn6zhFlk+oyjEsr5hnOpmkn+Lf8AX2wLWqgG/LnOx898XFiOYv0hZtzDRGPFczfVpj4hJH125+dvPC9Rro4zaw8iQSft+fliRUxF/md/t2+eKaueRYDOuo/EbxeOdxAtuPvgX/EPCCpDiBDERI857dRJjA5WxHINJBuNRIvJv28J/X9R0a5IhjsZPigXuABB7kXEYAzue5OV28Sq+mO9vETEkgjYSBgd8wHFnLkbKQNRAvEgCYGxtPTDqHcXmGxzqDmFPOdUdpImRfAtbMk2bSCCZILSZ20kvMQeYjbCnPZoUVXWA6VDcgr4P9pEN/8AE4W1Mqwe5L1F2Sp4gRO8gnkTaTcTPWsMUd79eu4rlqPv22mWZWraTsAdQQejaTBtIuosRGB8zU0SAasTpqVUIXxfhgyQQZIuJv8ANdmKrMpQ0VCAeqbix3+nWep8yzEpNKo6Mo/GBvEyGUchJ7+e7RxUvX5RO+hbw/L6NSU2gDxJUhSRFiCDEGQRqB/CZAxDPqSpNYVBVAs1NlAqQSA031OtgfhMb9yaaFgEarTasslRTXWH2HjkTyiwFjE4CTiNaizKxJpNHgcQsRGmL6R5Hyw8U22+vrr6+QDqHGVK/vPc67yWQgmDEmOZ3PnjsN6OTp1VDiiTqEyriPTU09r47BrF2NyGwNNIJAAPWY8o9LYqFUwY3uRO3l1j9XwBTqNEK0WhWuB2naPPvjyhmCTD1VDbz8VieYLbwevzxxTWtoo+6A+IUamk1HKU6S28EEsO8c94UYVZfOUwdIpNUkgksSI6TMaTvA8vPD/OZqvQWPc1Ky/xUlUQJ7Sdo5X9cA8RWpXplaiClNlBLE/ykgA3ntgp9JL6P9bkmK8/RYMG0AQkgPV8JNx/q3HSI5WwBxriUhlCbxqUDSsnYsFiW6DYRtOL6+RIIVq1PWikBai6SI6A2MwbkjYmLzgDPVrw6ByoHjQR4ZnTN1Agtt2uRt2Yoptda+K/JqADTJZRLBuZ3awuY5cufLDfJVqjLURajLTUyLbyTMGxEyNzacCU8zSYanhV/Ggks+4XxG4g8hyn1oYvWcrQV/dgWQSQF3g77z3xaVzWqqur2X9/Vgui2hpYlVkqSCz3Gm5sVUwSRPPnNos8DZeixSpSLPUBBJhZUXLXMKDpkQdgPLCLKzT1USV3JaSdEi0MBY/K2PafDRU8akv4/HPhEcrx9hsDhZJXq9BlKjQUuJUXplUlKYDa4p2iwBLFoB/lg72vv7l8yzU1dUQaTbwsz7fFpMKuoGd5IPIYz+XzJpwAtNdLAyfESZiTJvYmwgRhkvFqZa7iGgQFZbj8VhAE8h1xKWFx8qv17hoyodZTO1Sohhqk6vCYPy2PmTaOtmuVzywNT32EEm/zif1HXFVcw0+DSSL8xaCZ0zBP8pv15ke5fNqh11WZW6Lplge3xKQQZnsOZws+HUkUbRvaWaVeZgizVDE87Frnlf8AviTZhGH/ALbGYADgtPbaCY5fWcY7K8aSNNOSYJ1O51rFzqgAadxEk3PWDI51UZjUcGYKnSbBrAXtF7QwMdQcRjwr+Yqka2sQviBAbkskkAmCQTEweQM22xyVtoIJ6l5HaSGvOMr/AIoAQKb6g9ifhI5DS20WbqRp7RgJ+NktCpp0khgXhYO4IMqDI36874ZcNLY3NRqX4i4OoMgOwVoVQRM3vJsDciQe9oZjioUgos22J36aYAHWARMC1gSM5Tz9cCyhZgoAbARJhZ3ifDy5DHNxOlUIALj+XSpWb+oPl0HTFPArp9DOQ5fjkyz0yijeJki8kAmDsd/rit3LXVmfmrqCDG8FR5z0kja2AaWYgM1YbKWUyIbSDP4SVbYDa69Nwstx5KmvVT0mAbHUGAMkHUN7m56nYwcBYnq0tgXoM6qAkqXPuzsW0ss2uwb4GvIUERc2vgenlwEYaNdtV5FMqNmBQnS/QSdhcHEEcNdhAKgh1E8vh0nwAbypOBM1WKsA5fUkaWt4l2I08gfDfadt8FRb0sWwujWpvJQqdB+CABMzzVTqkEREEfQOrmfdkVBSUIfh3tMiAd1Ity/riyqyNIaHA+FdIFiQLsg3BMETz35CTZNSJXUqkxpZjuDEaY3sBB2w6cVo9jWRy6UmNQnWVYlr2g7knvaZ/wCMH5am8AKJAMLF4A5Hn1m/e+B6IeBpqatwNBv6gbx0v8OK6mpACtQAncDsdiBfofXAdy0GQTmAKhDfC0eEgAqbbMACZ5z8uWB83SJEagjEQ0GxEzAY8/TFlWsSV0KpV5D7fFE2/h3+c4hXVABIGoDYyQY7zA32j5YMOgGeZqrUpJFGpKAAqIDRG4JAt6mL4ty2iuhDil7yJ+MJ3AI2JN7yPPmLcvX99qWmulNN/FsQdgphACBvy1cyRjPvkalOrPumUNLCmQSoU3AnZllSAd7Ai4wyVrXRoWzRUciEAUI5jeQm/PdlMTMW267nsC0nzZFi0codQIFgbyfmcdhOST9oHMu4XkPaAMCFYKouwaDIi/IR3P8AbBeU9oQrSVdpnwKosetuu8QDE74y2Uy9JKmlqbOPw1TKiTcbnSb8o3ONBlOJMukFGdmIGobEgwJi7ERMkzbboMmOG9NjKV7j+mwqEsdC9ZZgR9v0dsDDJ+7QmnmW0jfXeJB3MW5EA2MX7xrVnIsVUkeGQSwtIkKdPKZJnzx5lcxViddUsOu1z3JtzI+2OTJCtQyQBxDhtBnFdmaR8ZOlU6AkE2337YTcR4s5Z00a0Bka7lYMSpBsvbvjXuzPY6msZOghVHYH4v8ATJn1OF2f4MdSGioaLsal0Km8Ab/F+eKcPJP+p02sVRswlSkGJcRvJUcr7Dp5csO+G10JKoob8QVQRpvsz26A9ARieazdN6rK1BffXESxBPIAKwHW5PPFIyf7M5DOk1BKimNcA3HxQNJmNzy3OO/L/ONdenpGcH0LFr06bOjIEX8Vg7EkTIkkC25GKquaFGq7BtVPSIJXxbHTYiAD18u+BBw+omZX3/gkyNeo6l6Ar/LaLcsPVyVf3fvKQQIANDAhSCI/zNVtrXO8YjKEYtW7tfL66i0KjxizUwqqIBDNAaRzBiZi0dzjypQqFl0hQzAmHjxXmVuQT5QeZGGGZrkED3QWq0nwBmYGDJkgqw25kD64V16IJi+sz4zMrB5KDA6STG/TDwa3Sr7+kOu4UKegwCoYAM0yjEwfhMQRvE25YX1a6MoYg6wNwTpgelo2JBvv5m0csirLVCagErF+8EAwLwRq3vgV6VWsAaakwPFAA63JJvcnvAw8HHe/nt6QJSKKS8lVi24aTp3mYG4HrMdoxzZkOx1rE2Y6oAI/EAB/XfFBDJAJIO0EEGNiDPlEYMVmqEs6EqBZVsYne+w284Hni701f5FsoTMmnIRiVDQTFiQbGeVha/KcHZKs9QRSCI6nVqgKeW5J2NxEHl6Ugoan7sl6YW4YgGJi0iDYwNVtpOwEqGTUqyktTcE6lMEGLXi8DlYzJjsk6atr7flGJV+KVEYkuSwaNLGU6alBG5NwRBHecXvm0qeIsKTMDso09gYuINtQBu3bE6xpEaFmpBGtiRyEDTAuAYBtHOL27L5+lSPu3oqAfiICMR3DbkSIHzHeWjVxjr+jJiniGbfxLr1KQJ35gb+R/Uzgfh1QK4LTA6MVPTcXG+4nywZxnK6TqUyjCVJGkkeQsCNrHliXs/UKMz2tAuJ/FNpBg+Hfl9D0KuS0bW6GlJUQaqAZ+Z1MP9ULa4nfnHzLoZgeFlUi0rqhioiCO4MRcch3GF6OuotRVlESVgHbmIAiTc7456wsxqEdQO+/688ccoW9TBruxJNpA26DoN4BH29MdRUNAhiWteJJJj5zgb3qk6laG5ECNXny9YwbQzVBYqOzU31D4V1CZHiG0EXa28dSMDke1DFz8Nrbw4vdY8PMXk3BAa/Ynvio8KrmWamj6o+Fo6EEDr4hcAi464ZJmlYD3eZqDUQCWH4dRY7SSJmx3k4O4eSxb3ZzFVkjUBTciARqiFjVoiBO4FpFmS6IxnOF8HchiwcBSQSbgEEAiBzEjlH0wxzXstmKmqBKgwCCL2mZ2mCpieZtyxrcn+zqA1QmKoJYFiRdZI8MGYVRcA2vJE4qzecLKAK0UxqjTck2VQSB8QvvO25i6Ty03W4NaM9Q9jKxrU2pOiKjLqaoxBUrcwFvZw0HlqEE7hlkcg9E1VeuazAkU3KnSAY1by8mIJ1n53A6itrBR2dNRAFQnqSJBBJhdF+rDrcsVzUlNTA7KRTllgQTLEiNUwYI7dYvPOlF6hSKqfG8zTGgUSQLDSAB6SpPzx2Di5WxtH85/JgJ8sdgc8ew9R7GPyucd41VJJmwpgBgLRB7Dc4Cr56nTYo0htUEbW3uVG3YHzvgrimc93BqU9Ui6swgwbEyCef98EZbitKoqkIFY9FBBO9oJIInpacW5VjV8v0oSuXQhS4tTICgkDfSiad78vlfocWtnxUVvcjTUF6ZaL9CJJgSD6/SGZyWpxoZXM6tDSRO4gAzFj1+E7RgirTrmPd0vFIBJgAgbfHeBsPLacTytXa++3zNJ6iLLV8/7wn3gMyPEy6WFj4Z5TG2CcrxDOe9MrLTIBYDT0IvtzM/8aFeDOT7yoGDhVDKNK3gAnVO97Ebdt8XLkdW3gI6MGMd+t458uWBPJBr+aRnHRczOy1Iu2rVTH8a6dMkSSQSBM9xucZ3PZdKbu/vGR1u/ugSNOwBJMar38/U6H9gKkkMuqNtWrflLGdtNusb2wqz/BVZyxdQD8QsBc7wGEzte1xjYWkvNp7iqWlkcvUy+bR/fMNIYyWcKQRIkXjmPhEXAwuyuVoJTIpVRWdGkWMCTAhT4ZtuZ5YsPAEge7cKoBmWPiJEcpabfCAJJAx5/hlCgNbhngaiULKDBBXTP5k8tudpONaSddhZrqya02dCK7JTWQZCXGkiB0FiYaD5xj3NPlgCS9RxuAkyeVzzjv8AlcPM8cpOVimAs32k/wDeb6omY59ceZfNrSdlNQgvt7uImJk9QD4Y+8nC8s0lo17l/hiuTWxTpamSaCu1Ig6yy+HYgi+4Ei4Am+PHTQi1APdi4JBOo3sxmwPSw23vhrwbOitqpMdBAnWBsZsVA+G0E2wG+XXLVPeM0SYIEOsRyMRuBfkCNji0Za8rWv5BoU0FpVAwqVB7wC8qAG2Mg3hoEWH4sV5nIsxDLW1AWU3VrHmDEG427YNzFGnUqWMK1kcqFhjJUctrST+cYXUspq+IAsCNgpVYgGQRBAFo/Qon1TM66A+Upe7bx6Y0hrQb3A7xIlh1HaMC5yoxffY2M8jfe3X9Th3QyiEEkw0lgABbVcAienbngitkV1aoBAkMWBABmCLfEJkCJv5YbxYqQOUQUmKgMCwuCbc7Gx2Im8RjqjC1pJv5gXO+HP7GpUqoEREgyVMf82jpfAnEuHVFXWwsRJJIF+YjpN57YMcibNTQDnM41RFDXidPaeQ7WxPg9UrqIANtiAeo5i2+Bq2kIt/EbkCIAi3cNvI9bzgzL0qJUKKpDPa4nxA2sBKgjbeZ5XGKNLloHU580bwI3Ijla8RaMV+9rOdCiW0mwgnTGr5xeN574jSyNYkCitV9VoAPjIJsADJEeu+NPwr2Hrsi1XDUEqaShLDUwMzpv/2tBvCnbCz5YLmZrFXB+HO0KViCdWo6bctBvPMmBy7jDTNZNHRFJiSeWmOzaoIO36GGlHgPu9FTNEe8MISg5ga0dWU2IUgGenO06fgCZKk/vGT3zsoKtUboY1kMQCSdIMC/eccMuJTd2OnoIOFezZUBnqKFMm15A53PxSO++NLTzY0mmSSpGkC4WAIGorB25dz1x5xKgMzUNRW0GDCC4XvptqF+XTfC8ZYpdqlNVDCwGrUOhiLkSIH8RvbEZT62Gjs9knWmukIlx4mkg2tESR15856YqpB1GisShNtSSFvquLDSYIEx52thnRIKAFjpEHUtjA20n8zcHa2BDlxMF/fM0FPAAVFwJbbkQZEGB1gwySvRUGSJVs0zjRSZS0eIQ2oDqD+ISRtG+5iMAnO1qUChT9/zZ2qadMzEER5b2tY4PXwiFAMTqABEED8W51E2vcekYFFapUBUOacGCQxY/wDlMHbnF8TjNU6Sa9/9hdKoAqcUckmoUV/xL7xrfTHY9q8IJMtmXY8ySom3QbY7D82PuvoDQz3EkDClIBksDN5E7HCz2YQNVggESLETuwnHY7HrLyMpLzI3+fQKQFAAk2FhcgHA2aqEZdWBIOo3Bg/Cp388djsedm8q9dQZfKgfL1W1OZMhLGdvAMXZRQtAEAAmZItu18djsc+TZfFEWBcAuHY3YAw3P4eu/IfLEeJUwz0gwBBWSCJkyMdjsd8tGzp9g0OXoqKasFAYlZMCTMzfvA+WFXHHJotJP+Yo9DuPLHY7Hne0vic09z55nB+7U9j/APs2HntSNPEQF8ICU4AtEopMRtck+uPcdj3JfqX6HflGmcUB0IAlkIY9RqG/XE+LUwMopAAJAkxv+pPzx2Oxy4vZ9dxIAbKDptu0nudRv53PzxLjKhWfSIh7Rbr/AEHyx2OxZfseOwzrqP8AD6jR4hEHmPHFjytbFGSpj9nNh8Ubco28u2Ox2FXlfrsVl0CchTADEATIXb8PTy7Yy/A6hZyGJINyCZkiYPpA+Qx2OwcXtfL8CS3FftD/AJpHKBb0xoPZbLoURiqzpYzAmREGeuOx2LZP6USfU1uZpj3tAQI93TERy90hjykn5nrj6Z7bZZGoQyKQqrpBAMeJRbpbHY7GzeX5DPc+LtUIzTiTGojfkIgeQ6YlTql2fWS0ZwKNRmFOuVv+HttjsdjkklYe48rZh/csdTTriZMxYx5TiPC6SmGIBYIYYiTz578vpjsdjmn5ZD9GOKCBpYgEgGCRJFhscJRWbS3iN8xUBudo28u2Ox2OOvN67kn1D6R8K/8Ab/TFVZyoYKSB4drdMdjsGfkQHsV0XMbnc/c49x2Oxayx/9k=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AutoShape 8" descr="data:image/jpeg;base64,/9j/4AAQSkZJRgABAQAAAQABAAD/2wCEAAkGBxMTEhUUExMWFhUWGRkaGRcYGB4cGhweGh0YHB4gGx8cHigiGx8lGxwaITEhJSksLi4uHB8zODMsNygtLisBCgoKDg0OGxAQGywkICQsLCwsLCwsLCwvLCwsLCwsLCwsLCwsLCwsLCwsLCwsLCwsLCwsLCwsLCw0LCwsLCwsLP/AABEIALcBEwMBIgACEQEDEQH/xAAbAAACAwEBAQAAAAAAAAAAAAADBAACBQYBB//EAD0QAAECBQIEBAMHBAEEAgMAAAECEQADEiExBEEiUWFxBROBkQYyoRQjQlKxwfBi0eHxkhUzcoIkQweisv/EABkBAAMBAQEAAAAAAAAAAAAAAAABAgMEBf/EACwRAAICAQMCAgsBAQAAAAAAAAABAhEDEiExQVFh8AQTIjJxkaGxwdHxgRT/2gAMAwEAAhEDEQA/AMPShmSghOagx3OLfvB1Ti7plqV2ZgPZh7RekIQlKVXFyQLkdb5gRlpUoISglKjdN2JPNjjtHhRl3OEb8OlmYpUscRXZhZ37W/aHdf8AD3kBIUsL3dyKe3T+NHQ/D/gY0qStZBmqHohP5R15n05vgfE3iI8xIUqnfDm+3t+sZOb1KKMXk9tRRm6fUpKz0+YG3ryhhUiVSsG6lC1ha+zE/WFNDKuS54vxN+mT9Iak6MDiYlk2c39S1vb0izYRkyzUQgVEBg7i/POwhtelRwqUoHyxhLEEnLjHsYFqfD1OlRmCg7Fz7AjEe+Iz0pASnORnb9PaHbruMtN0lSyAWdLspmv2cjpFZnzAKKSWbf0c4I9oTkeJliSVEAl+XYdI0tP4glZIope1SRzvneJvfcR5MUEiqgKTjLt+sIzpnGKQo7gMPYcMXXJSLvUSeJL59mxBNLMQpYS4KU2dwbtkl7drxa8ACa2UCUBSqSbmwtbfmYqCgBkUkpDl8E9bgQc6NBW4pULsUiybfif3aPE6aUgfMWTdTKFRf0xn/MS+bASnrJLsEgZuAT/7GDr1QNLpCWLZeww537wWUpChWGcXSLA2NnbPtC69QiYC5YFOQb9rjH0gSsB1eoSUFxY5v+keIQKAWD7B2994zq1WTtZizWGzAERdE4kEJyNnc+jYEN2ASakvgEZuC4+sCWqoAAsLm2T6t+kOImkAu9SmF3SLbty6wYFNxw3ZrhIZvQwkBm6SakkqAw7ls25mGihSkovvb027GCeQEgoSQBZnsW3LnnAtJMmA02CUg3US3QPgf6g8AAqSpIUFVPY5duliIPLUFNgObG7Hk7vY8oFKn1ByLlwBybnzj3ykkAu5+g5m37xLHY6uWAmkKAvdXTl7xNZpQpKfvE223O9zz7xl6hawyQXexttm5wIInUqUgEva1sH+7dIbCjWVw5wkO73IP7mFRq5SlcYNhcKf9y8emdwJJYbU2tyv1/faKnRAAOQH/D357/3hNdRBJikmWVgewHp/uJp1U8TOMB7C4+sDUDRU1haluW4BNopp9W//AHFDD0t7doGAXWzlAVWtbbf9YFpdaogBKbBrm7Hd2a0M1FTO1JuAxdwNj/eLJ1qQkppHEbDl64hqgQqpYcKLJSTl8l2L7vF1eLcRsLWB2fDhxt0MGTSagopIAASLkN6sR3i0vQAJ4QASSS19uf7w00Mg804cjmw/eJCMvxRQDVG3JJ/vEgoBn4W8U0+nn16qWFpWCApqgnqUnZrYj6hpdNoFlMySiRUoOlSAA/W1gfrHxib4QsgrUEsDSLl25kPb2MTQ66ZpJ4m6b5ilNQKXC2fIA2uxjoxNR2e6GnXwPq3jegUxpch782j5f4yvzJhKVAo3NQbp/LR9S+GPjSRqmRMAlzSPkVhX/id+2YR+LPgATRXoymWsFzLI4Vdvynu/pGcfRlbnB7/Yzhhjqco/w+eaZKaACCZj4qDHk3LuImvEyUhk1FyxUWYEdDf1LQrPkTpayiamhafmCiAR1Z79CHeCo8UUlSUrAckNZk08x1PNoWll0NaWcSkqJJKQzi6WORjeCCUlUsZCnyaQGNiLm3R/WPNJONC6SCbkmsYHN+kJr1agVKpNwwJOPaJ4Ee6jQCtmCUv8oZy3NjCerkrQ4QCqokAZIPRum8aqJQpSTe+U5J3/AIIun8VQBKsJGXGNwXIs7Q0wEjJIACgMB0gu3qHB7RaTpAATSfZqX9XPtDCpDupJAVgggG/Jzdm7wFKSly7lndj7Zx6Qm9gB6pKhZRpTkA5PcXt3aB6tSmZCTzw5fmXsA2BDEhIwFAKN2N37FrQFM0VKVMpAU4Tw8ujcXR4E0AMOhAV8xqGzgk5G9vaLaooV96hnTlIsX2bmO3pASoqWSz2ASnDdnwe0VSgoYEPaktdu53MXt0GPSZPmhpgpmBNqgxthudrY7wqJBQFXUzWJNn5HlGhpEpATYqUj5SbkA89z2hqSp1mgAkjCXTY5O2ekKxGEnVAqFQWzsd2w+f0jRnahLhVLBJsBcFueWO+2YqtbKJUxuXF2HuBeAypwDzFJFOww3Lv9IWwwzzFGpnSCHSk/Tv2hsTRxBT5Fi7nthvpFtJqUpzuHCr77M1icQGZOQpRAQ4SLgkhh2O3pEtVyIaXKCylQdkkCxFvXkTs8D0emCSt1MfxOxbcFnhSX4gDXYHiZISAGtg2/jwYanPy2YFJttveB7MD3VGpRIDAhyR/aKppIAKex/n9oJMDpsHLhyQBnH+I9koSA5BCjZuvaJ6gLpkqYk/hFrARm6VazMurDlW6uw2EbsokgoLi7s9mHT/MI+IzFKWGBy5JDE8oalSHZ6NQS9SSlKgWAcm/4jAtRpsJQwoSxIS45+5i60oLEv72/SAfaSSwLuWIGARz5/WBO0AzInkUrmYZSWIyfblmCK1dY4RcFwS1vfEG0urBSC1rj+n+xO+N4K6VgcRCsgJFyQcn/AFDdUAsdOpVJUo4wMkX2i07VFMsE1U9bEk45wabPLKwOHlbsOUJS9dKIYuSVAUbdyDkQcgXkrBSKUJbs/wC8SCqKQWEtLf0uR6XiQvZAzNXrFh2TSo/huegN3u0WSkKQSxqBGT62KQH/AJmNXWAIlUm6iSenqf4IVCkplXQcFmLseez8oq6AX0ujqbLDKfw33qyI6f4e+N5+mV5c950sfiF5iR6/MO9+pjCXMpQxCgCBcMccwB+8A85N3BUjJYElufCWS3WKi3tXIqt2fYZ8jR+JSQTTMGy0lloPJ8pPMH1EfNvi74M1GlqWg+bIIYkJukf1sXHcAi12jM0GvXLmJXp1+X1sxSPzA/N2N+sfQ/hb/wDIEuefLnDy5lgFf/WsnYHKT0VzsTG6yRntPnuWp37/AMz5MutI+YW3Bf25WjWnT/lUoBRpdQAAJCcXbMfSfiD4C08+qZICZUw3IA4FHYkDB6j2j514p4TO0q6JstyWAbHU9RtYGM8mJxFKNAftgnE01JIaxL362+v0g/2JQSKrnrh/Vv19IYmT0SwEoQL3U/CkHoEni9SYWnaw0EmhNRZwgvj6wnipWwoMpIJVWaiG3wWbKf2hREssXekM5fI29PSM3zSFsCCGuDuewhhHiTgA4G4sPXnGLvqSaSZwpukgMeTAHozkmEdRISpLqq2YAexJyB0hueUhIKjbYMSCe4uGgbihj6MRd+9zDp2AqvQkMond6hdTD8JA294anJSEJY3AuWcuTcOeQ5NDHhngK5ztTKQPxzSWW2yRck9hDfifwbq5aQqitJuTLZRSNuFqvYEC94vRKitLMjWagpTlnFmYFm3Li/R4w5OqmhfATxH5nc+lxiOhX4VNRMVLnIAUEg0qPzJVjc/3HRoqfDZabq4aAbAvdRGOfZ4uMq2YikiaVpHmgqXjP63Y9nBgGsQfmIQRYqLMGH5Ui57wxNpcgOwP4SwL+5PW8XTPKwFBHFVS577JItCtci4OW0+uWvzCngqUAniIASosQBZ3Ajd0s1bqBUoKskEAU09ev8vGzrfA9MElLlCrkzA1j/4lgE+oPXaMVOlpUoIUFJTSHDuXtbn2hLPDItiI5YT91ldYoMU00kGouOTdAc8490k2YxL8lLez8gC0OyvD6iSpJpA/ELl/5vBkyAoMQ77G1LG2M9oSe1Fh5hSlQu9Z4QDhLC+TuYyjNJWaSaedyCcO+1usNSkOslI+Wwa5fAZwwHMQuEKUJiZtSEuWUDk7gctoNNjJpNe44Xz3DDa43G8Nz0k0kkBAsSCA+4sSDGboZCrKSogJJ+ZgwDf5h1SQpVYDkggjKemw2vC0AXMwUuHZwzkN/mLGWSbMcE/lcjPJ+sBISUCgMbgvVkX6hIa8BElSAlJUAFN8pyk4JJuHwLQtNCLyp5ExRSwpBzg8zjaDytfkktZr7jfYXhNaiotSph1v1JHLq7QWZpErNW7Bkv0LnPrmJoC0maialVQqG35uE5tt3jM1ulWmYCEu5+VJIB3ZPLtGrp5adgQUpapx6v8A2hpGmSylkpCk4UNgRtbPWCLopMzUa2eAPulC2ACw9hEh7/paTelV74iRoGwUTkoFCSqpV1FgWGbXhHVK4hY1KGOY6jZ48mrpnXIJIDgsL/lL4bv6ReZrEu1wXYnD9r4HqIKoQrqZKir7sOak8KWURtviGEoWlExPESbJYEqJe4PMbQbST0JmbYJfmemxi6QoKCiinq7KHUA/q0F9wFfsyiAFkcNlJY253BZzHiNMlCzcY5XAPPO3ONTTagu6ccQuHJ/UmEpq1FQoISBu4DEZtaBugNnwD4snaZgmqbp8cZFQ7E/L2Nj0j6N4dr9LrJbAAsXKCGWkndsg9RmPkq9KVSyTMUSBVc2t0zAdL4iuWELBpIJIUOFQfkeXTB5RcMrgKLcPd47eeD6F418HgOpArT/+w7845dXg6V2dmOG/jxq6f4o1+oOnk6XyalqUZk2YCB5aAl3SDZTqDAEv0u2748mTpUpVqigy1KpVMSClaVKwSkPWl7E7OLEOR3QrJG62NlUlaRwep+GwQ275pG/pFZfwXMmES5SgSkBRBWmq7saanSCx2aOu1/hRKBM0xTqZarcKh/o8v2jJV8L6takrEvylJ+VRmiob/Ml1ehMUvR8VcipAJHwJqSppsyUhAPCSScjYAUkPa7Yja0HwJLSeOd5qiMeWQj1YsR0s/W8afhfn6aUr7TMExSlOVhZU7gBi6QAzAWgE/wAaQjiBIBGAq1v6XZ+rRl6vFF7G8ccGrCo8MFQUsJSmW4DNSAm1+XYswtGarxWcDPUS6FLMuWg2DJcKN7l8W5ExZHxKfNlJCSQtRBJGzOY15glGWv7tyQWAAdxdI6MfrFrJFtRkY5dKemzktYtMzTzJwlMqWsOp6ioHIKjcgAu5P+Oc1awLZ3ILZ/puX9Y+j+D6dAT5JS4KeMd9vaFPEPgGQpdcqaof0KO/RbOPV+8c2WGuTcTJb3TPnq5S0EJCApShVSMtt/fMAm+OnSzUBUpBM1IKVzFFCUhRaomlW4Z2sH527RHw7NBWJ0qkbqACgU8nuHjnvibw2VrSlDmXMQaUcBYJxS1gUsA17MO0c02oyUZJtPmr28TLLNRai03Yh494ePPlJ1kzzlzBUjTyS0lCb8a1m63YswDsbgQQawVKlm4QSQQGJ5M3sQfSPfDdEQlEqYkedp1GWiddjKUApI60lRzjA3ck7TB5hsoh2ZY4m5/7hQpY4qO9fJ78pLhVXj3Nnoper4GNf5dAKgUgcVIYknYnke8Yem1Uw1AJKUlQL3bDco0dNWuWEqtVWwNzawBe9zET4WmVYMQOpzuAGPu8U90IbkJaXUQEh7AE8Rx6frCooJLqVYPs78nFm6mGJk0himxCWL222OA/PMLaZiUpFip33YfrE/AReXLqJombXG4Bf5sOH5RJssKJBNCEJYG4qI7Xc59BDOoQAVeWWDBqru2Mi+9jaEdUoTMJ4jYFlB93NwRf0ikBTy5SgopW9LkFhxNlzkF+WRFtMXDi6bKB3DHa75sGG8D8P0y0KWoELUygmkfi2+blC2m82WkOySRcslgDdsuT1i2kwH9XM8yYFipfD8uQkF9mZ+rxbTpUXrThLNLJF9nYEXs/aBgqIS3ClQDkpDlrvUf2gKdSriepgWIBNLWaw/E93iat7jGdHpBVliL3e59RdhDEgMr5qkXckhxfBzGf4pppgCbuVF2yC/M7QCV4utCqVJIN6jU5ztuC0ChfAjXVJBLkO+9r/WJF5erDWNvT97x7CoDDn6hKnINZN7gO5yzw3IVLUygChhxA59FF/ZotqhLASSGAJ3LO++x/l4r4lpBMQBWwJBADVdcEhv3iopUUK6DVIKipSSQksBVYN+azl40NT4gXSwFGW4kk9H3jPVpmBNMtKS6UgcJJzfYnuYDp5ClByp322DWZRNiPUwUugjR101KVIuEnLBdQA68NveBaDUlYGFKqN/6dnf8AWL6JLKSJqApRPCNr5PIhsQfSzSisAuzsCUkofkEscdITQUEIVwoSr5jdRSAwybHYCK6nRsqhRJvvhRBY5x6R7p9QsJSUpKlJJIA/ETzPaGJi5jVEEqsVOkPVi5GCRe4zULNFwiqsaEfF5Kpksy5bByCHDOU4IOUkXv1Y5jm5syaVJl6paqQXomFQLf0quCLC4bvaOgVqR5h8wp8xnSmsX9M4a0Y/ijTgv7wJSCCV08IN+FPMnkL55RpHJJOlsg3XGx0fwz4ujShSdMVlKlVqC1PxEAFjyt17x0w8YWKT5i9iUkuNzysGIwY+PeHLUCLkAByXa18ciWYRtyPGZC1FM5yxpKVLUpL8iklulxtGGWOWLbi3v2V/c48vrItzTb+Cv6Hea/4vKrS6ppcimUgrYjmTwp9SIzNR8S65KCoyZMlOAufOAucWli3Z4FL8QkJTSpYT+VKRc9mYBoNofKUt0pFTfMQCtu71RzYtct1Bv4/q19mc+OUp+1GLf+/i19mZI8a8SJCijT03+8JmS0j1mKCjfkL84vpfF/FSKmQEh3+6dJ6pL1KB5iOnk6APWJQJ/PRf/k37wyAwAZms0ar0yGJ1HEr8U19L+u3wB5ZRfu0YEn4311VI0yVt+KhaB/zWwHr9Y6DRfGaikmYAkp+dK1BLPi7XB2IzGOnTTayuxLlTFSkDisx+YGlHRnAsMjKTpZQU6JaEFajSsJSCC6qQBkEhi/eOqWWOVUlp8Y2/mm39v0VrfRnZeI/GpRLJKEi1qjnuCBGV4V8TabVMlYVppp5iuWT0ULj1AHeMTxbSS0pUpKEg3JIaogd7ntFfhnwtS1INCgks5ILAbuf5tHFJRyLrLtar7CjknJd72O2m+BzAioJTMSb1INSW9Db1tGPqdAKgUpGGawjqZDoLyyUH+n99j6vDEzVoXafLBJ/GjhV6g2Pf6R6kcEYRUV0PVjjUYpI4taUhQsCeQGD0imo0YUDSl7ct+ZcgP0js0+CoWPulhYGU/Ksdwbwj/wBNotu932994fqkw0HFStIbVIyWLhr9r4iytAuWTggukEG/e8dXM0NJNh09c5hZEi5sLc8Rm8K6i0nOaOStKlJTkgio39uvKPJ/hqkiyAVMxUQPrcX/AI0dGuVhQDENgZhbWEqY8iwDFg38zGbwpCowih2qsAOI7MMgbxefp0Oo08KwGazjoWb+0aOoQSKQ5Y5f99opNkCyQcc9r4HOF6oVGVr5ZCAEpBXSHuLJGBfBPo8Z2rPlqSlA/CFqIwCS+4tHT63RBSQbk57Afp6wrP0HABZ7XOM45N6Rm4NAZmn1sxRSpkhAYEPkmwHU7s1hFzohMUQC5GQGbd87tyMHTo0y1BK0AqChZ6Bs7Xz+sOaLSOtZq+ZT2SPYXtBGO4C6JSgAKEWDcQcsMP6RIf8AsKTcpPuB9HMSNdDCjnpOkuxUssTdjSDYtfc9IbwFKYVj8Ry2+7G28KapzwMokHhbc+znu3tB9GohKuAqWMqr+V7cTEewMc4D2qSiYCogolhIskXJ5Y+hMZeo4UgIlABR+UgvfcgOH9YtqJblIKgUqL2OWy5JztfEF06CCtSHCdixHD0NwYad8gPaOQAkutNCWbZ22YXMLr06FLKgyKTxcR9w979okzQpISVE0JFSiXBfmWP0hGVrgEqBYpd7nA2HPMNiD6uSCQ9QSCHu6ff64eHfFtcU6aYZKa0S0KJU1iKSWc7PdtsxmaGWlRKuI34gLZDhiQ5/loaXLC5dCnoJYJNncXDM5f0hQlpY1sz5n4WRNnJrXSAXe4JVlgQLEmO+MlUxVSmEwHhralPUJSWT3JUTvHuj+DtPImFRN6XCVcQBPYhrbuqLakUla1swAShIBv8ApbqTHRny65XErJUmKL1JSeJQJAVekkKPRg6QeaRveOe8Q8HmTfv1S5vG7UpqUo7AgfKBza/1jqtFPLUqJZOXDgPsLn0tGmifhKFGnA4x+g/xEY8rhwi1OKiklucXpvCJypE2qoGStmUk3SpLgCrBDFxs4xHnh+i1IIIE4S1EUlKAsY/EgKLF2Hr0aO80ArmzAQWWkoJ2JArSe7JWn/jCug1kxEkqRw0kAW+pIOG5hoIZ/aaktvP9OXG/akpLt5/J0Hwz4r4iEBKJunmpRYS5qFSl2JBsASMfiAd/WNdfxCkn/wCX4fOQxauWPMT3eXdu8cXJ8eUkBSwlaVE2IL9w4z1jf8A1CS5l6tRFuCaKiAwG5quQfxHPpGqjjyef2a6Ivzf3s3fDj4bPP3WoDv8AIpd37FjGkv4bl5CEqa4u/s/7Rh6vQS53/eky5pdgpLVDrxMU+ijCeo8HVLT/APB1M2TMBtLmLUZaujTAT6hxFRwaOIxf+f0Fi08RT+n7OkV4YhP/ANYS+eEB/Ro5v4f8dlTtXqtJLq+5U+BQGpSoJa/zvY7vCPh3x14lKnfZ9Tp5almwCj5ZVypVdCn2OHtmN7TfEWjlrUufoZmkmLauZ5XCpn+aZLsrJzGkcqXMa8+BUcke1efAfXpi+7QpN0S3zG1otVptQHkahCuygfpYiCnQTAXDHsf2N41UoS4ZompcGONCokPt7+h29IaUleCVEf1Eq9iXaCzZqk5SR3DQKXqycxdIrYGiQ+YErTBobTPBePQkHEFIRnHTAiF52hcBh3/tGuZI2jn/AIj8Y8s+VKvNLPYGnkGOVHlt6xjmnDHHVIyzZIYo6pB16QAMEuYErRXKqQ/1jXlyV0JrathU2H3aImVFaEy0kzBVolO5fo1mf0iq9KocJBI2ezN/eNzy+bx4qV6xLxBpOal+GOSWFy5fne7P1zDGj0zEqIy/8EaK9KSqwYQQSikXhLFQtIknTkWEu0SLKlLe2O8SDT4BTPny9SgLUEmgsxzb1Z37QZKRKTasJVcOq5PVjTCqdbWuogllWccRbqbj0jTlzwpN5ZUpywINhzcZ/l483VTogBPrdNKeF2DgFnGWxeLrUPMcqBCQzBR9XLMC+0WlzVzFkBILJLAEJII5hXT/AHARIBABUVqGSAzehUPcsO8Vp6hRpr1aqbKQACzMkg9Hv2IMYGu0ylznZw4+UMnsNvSLStSlSyJa1skXTbO5cWU/rB9VMlomoVh03BF39C0Er3Ex2UyQQEh1HJxbJtsMNF0zB5drG7YCeg6x5JmJWlJrpyDhwO72Jj1enCiEIoSKbOVHO4IF36CIVgkKmYAQEOTSCSohn32HvEVp61AEFAYcTAvvSFY9jF5Hg5U6StGCbBRNhYNa3N4tP1K1CmUCUygAMt1O4PvDSAoZZZTsaklNW6iLpBDAkiDS9AtMupISlbcS8JqNmCQ5qA6CEwoh3IQlIxgE8ywc94v9vJmAKUUypYfhURc8mL/secOLGjO8U1q9HpvNSv74qEshhYnicOOQ7Gz8o5TQLnJKJjmmaVJIUSAoM5dyxtfdrR2vjuklapJl0qSKgUqKr1Hdjs3MwLSfDqNOhKxNMxSXTxMyR/SNn3PTIjpx5scYO+S4uKT7iOgdU03T5aUguopAbvh4e+zJICgWJc1OyVAEENV/qNJOklpSk/iPFYgGp/fGYfHhspRSHcNUoPkv09owbT4IM/T+JTEsVcLb1OCOoc77gNGl4T8VrCVeayg5sRZQP094ztVJlqUQtQAckgDBGAAP3aEpPhqH4lqQpyQCOE8iNx9Ycckk9mCO4Oq0uqTRNQzsQxIA6p2B6gRv6FwmnzRMADCsMo8nUCxPWm8fOZOoKReylWSU5Pcg39g0aUnxJYNmAFnfDbk/wx0Q9J6yGpb2zqdX8O6eYapmnFRF1oF+fzSyFv1aMDxTS+JaUleg1Kp0oXMhZrmIAsQAriVd7fNsxhuX8UUWupmBYMXPIO/rGhJ+J5aqRMAJyAQC23u0bP1WT4jcYS55Evhr43105ClK0qJwQQlYQsIWCz3RMb6HnyMOS/izTmYRqZKtImqkGahSCeEFwoOggkt6GHdPJ0pmeahRlzLAqQp3FuEhVSWtyts0ahSSCHQsclCm3Uhwf+IioY2ls/yOEGlz+fPzEVydMUeYjVIoG5UCPcf2heT4pJLhM5CmZyC2bfibeL+IfBGimlzJCTzlkyz3NBAJ7gxzuo//ABiR/wBrVEdJiKvYgg/QxMlnjxTIn69e6k/oafj3jokppQoGYRZiDT1PXkIwvhLS1zTOXcINn3Ud/TPciKn4A1icTJKh1KkuP+Jjq9B4KZcpKcEC/U7/AFjljhy5M2rKtlwcccObLnUsqpLhDQ1QhisERnp0SgbRZMtVo9JHpDoIii0AQChTwGbViE2A8lukeqlAwjJmEQeXqDiGmBf7MOUSIZ0SAD47olJUtKQBWQ5mF6RzAFyD6mD6Ff3jGbSh8G4UO0G18yQfupYZSjSCpJAQNyQCST3YdIQqlo+7JSpVwkuA/bi3zePGcXZiaJQldUxWAQEsCHGxDhxC/wBlUscdZK8pxUNiVPwt6waWwlOocKQwZ+InmQHAH1g86WVy0lShbcksPUP7QKwEdFoAlKtgLlQ2PI2cwujwsTJqUock3qLgnnY9OUN6RVIWpKkUpyGUyqrBiFB/5aHJKkhBKUuzXUGUCbEJqsBBbABq9EmqygAbUpWxtuzAdbwSVLUhI+ZdyymJAByD6xRM9U1aaiCCaaX+UDrYE+phzW+Iy6AkXYttc9i6U9wIXQBSXqyhRGZhAD7D678o90khSnqexuxZv6X69IWXOShQsoLUWuQbnFwm31hyZraT5dksCxcEv3veElW4geglrLpYJpJKTZ0v/wCQJ+kT7KiqonzFgFlMEhhmoEhz2aD6WZWw+YDJUAQ/uQ/U4gKQHmJozZ0lIT6MM9RDT2GLypKmSwIDEBmHXmA/SLeJaz7uhVTuMjlz29jHs/UqTKKPMSkOyagHY9ySX6tGTKWJU1LpSa01AgBhs4cWUP8ARi1C0FGtrdSEpCgu6gwSRht3qv6j1gR1qw6WZwN7juOp3xGfP0yyQoOoHBSxe/Lbmxh4+HcDgmrdw5V3Y2AiXEKJMlMm8tSnuWuauu4bo0MyZ9b2JqAClVMkDmokgelovLllaCFMaaSCUuR0q+YfTaDeWUpKVJQoqBSBxfKd7hiSefvBQAdIgodALZZr3VZx6bwgEUzShyUpsVgAVYxcgDaHdJp5ygsXloc1E2LDAfLQhOQpF0l0k3s5PS4uPeDYQ3K1cug+WnhyoqLEl7AksGA/1CSqmBqqKjakh+jOKjfcNG5NnGZKFCDWA1PC7CzMcsHLM/SBzdApASun5DgsbkZUwAHZ2irrcYnImzpFS1FWHYXqpOST1tG14F8TzqFTJosbgON2NvSMvxHWqWUygQlQGxbrnA9784rKl12clQs7Br4ybHneNFlaYXR20j4xDgKSQ7dc9sxsy/iSXa+esfNdDIShRVNJs9FgS7cxgbW5xbVTlIlpUlCTUzqLrDdyeDk9o2j6VLqUps+sSvE0kO8GRqUmPlEjXzAGC7BJZwemwLqPb2jUR4utAS5d2sxcHd41j6VF8lLIfRakx4UAxxsrxs1XLAJfP9oYl/EYO5aNVmiytaOo8oRUyBGLpvHUl7u0Op8TSYtSTHaGDpBFJ+iBiydamCjUp5wx7Cf2QxId84RIA2Pgc1K3VMd3p63x2MHlKNSEF1EZrbh/9WIA6HPOL/ZyxuoBrA/MD0gmsKUuFVWSlrsVL/qO4jx9W9GAfTCh1FaSwP4b3/KkCn9hHukJXhwNi1+9/wB4yJmoqAJUxA/CHZsvbEOacrSpMtV02yHBB3AIYt7wkmKh3UzBLIBIdy5axJwSAbGKa3UlcwhQUgEX4S//AJPZhbMClJllSklaTcB6UtY4ZIa4t0hvxVC5kxJWEpQAGY8PQd+kOqA9kLlsEy0o4QXK3PqLGnfr1hfTzXq3FJpUenIuX7xQy1FIXUXSWdI4fbtvDcuYGqU3O6rHa7f/AM/WJb6AYUpIU82riCsF2Iy5KX32jTIBSVKSF3wKkM4sQMH1hyTPUsFCJSEqJykBDDewYN1PvEm6mmhChh3ZTPviohu7wN7AERoqkAE0hNwHcetw3djAtQlAYywSSHKr5OMn6NFUzgGUniUSynINiMXt9PWAarTJVMBxSHf8N+gS+InagLaXwjzSQtSy7k4At0UNt7g8o9neHJKAFUlDcJUpTBW1BBdulxHi/FkoPlhSyR+IAAdBdyR3Z4bla/hdaaiB8xLFuhBFukXbWw7EpGlSJiRRUoEMdgAN3/3BghNlUBQUo0od0/QgkQFExak0Iq81QKkgbjkcOWwRDP2ZaMIr8tISCkuSS2SHKb9omm+RGhqNRMUlqk2HEAQCD2TfFoQ84eUVLHJrbbveznnCGrRMLpqUblgCVMBcki5tDhEsy5ZLK5kks3VODyYiG13Az5vjhWmgpUXObC2RZKWYekFGtmFpUssV2UMFumwDesSb4YErrFLnASWHQO5z2Ah0y5qVPMopAB4lJq9Ak3Y82LRToGKypoQpIAK1F+EE37tZXYQ5otZNOBQClimlggejfUwlMmpEx0hQNmPzbFwLWHcvBZJpWkAEvm7BvS5aM/BCPdYFlglqRhSAEgsbAkZ9/SC6SWZ6qJyiLFy70NfIs/MGGZkqYgOEJKSAVKBA2twqIpJFnjOl6hKVcQbICEh878iwObxXPIx6WhKAUqPCBYhQNgWIKSGfqDAtTOpQEU0pIsVfMepAc37QmmcpSC7sFNKTcAhOSpzcE7O0JfbVqUUlTsHZJa73sEv3LesPT0EbS5iClKX3Aub2zblApk6tSUqBQjqTcOzhhzeENIXLJYhiyXNiLkXOe/KCI1AKASylCoJ6euD3eEwNKbqQ5BqCQwZi2bB3+pi2p1o/DxrT8xLADfb9DC61poSolKd3OcXKduzxmT9aZirMw+UFsf1WYnnBqAf0E1fmC6qFl3Zi278v8xuf9UUCUhNmscHO463jH0ktJJUal0pAKiLAJDgAnbvHiJpWHNkgmo1G4HygMf8AAioza4A2R4pMDqJ6Nd35cgYc03jBo4i6jgb/AOP8RiJ1SSmk2KyBZiQNqRuSdziLsE8IJfAqA6OzY/SNVmkh2zp9P4iSkG4fZ4kcsvTTyXQklJwah+4iRX/RMepmP4fUVK80vduRJ5udoNrtYJaSJTlWDOqA/wCOWAxF59K1Uhio2DAgP15RfVeHl0ldLCxSNjhyBa53eOVPlgZWmCAXWSVvwg7n8xb5ov4ksKWBkMOK4UOtg3oYbRofvAa7NxMzdusXloqmlKgAAWakX5XYsYcZBYgmSykpSoHckku/W7ejesM6kzFMJaakhru2cvj2hjU6ZKSohBsQABcXHNyRAdUhpaKhi7kWTsLH+GFdsQfxNfAg0qqAYDl3AeEUz0qAqLubdD9T6tAvEZTBJCiV3JLu7YYZEDleZUkkFmckA09TaG1e4GvqFTafKQhk2cB9tyWZT5ZwYRmylCY9JKQLi5JLYBNm6wY+IGkMslgWJZIvyu/uYt4bqTQyiTfhP5Tnpnm8OkAmhKyq4uq4Dg42wxHaD6KWy6vmLenu7+kOavULUUlQNhwnZj9PWByNWHCiwSMFgSW/pAO/aJfgB54ixULCot8oYDuQNurxVfFO8skvQxMsOwz69SPrB5MxBSVJrZ7OznskEWfrC0uUsTCtKglYvUpIDA5Hbu8ABvBtTSTQC1wpSQam74HvDnhmpSakhkubEqfq+4cRk6jxJKilKJYJcmxYe243uOkG0cxLzFJlhAuE1MxfLBnAfHKBwYUPavV0AECzUpWpJqYbgnn0HeAfaksoqqptgVG/t9XhZYqCwUMpG1VwT+zQFOqSMoqJBDFXCOphU73ANp1JmTkqKyoBSfwHPvaH9VMSlS6VBSnJJS4Hrzg/h2ioQyqfzMlwACNqQb9TCSNOlCisUhLgYyd8Wd9gIbaSAD5xClsGBpBAD+xILdxB9GtAqeoqDkBF/Zst0EU111FKC8sFyyWH/t/mF9IiYglQSFEJNgkEpfnuC3KDTvuFGjpFBSlIExh5TKJqvuCbG/S+8J+HacBSpjJNKSAGUbm17E9bQ1rJqJxKUpoURxFOSU3YgqY78hBZRTLSUhYFrpAD43LkgHH7w7ASWibKQSJJUCkjhQKg9+EUkZ5i/OMpGiuorCQqmpJCSCWYhwwIPb65jTXKlrQFqqSa/wABBSm2LkM57m8EmnzFLRMUQgSyEEOm5a5sxO1ge8Xew+hnyNTUtEwC5/U2Nhz+kHXpkSxxFlvZIWkpIIu/5Pf0ENy9LLSlHCLW4rrZweEWKj1ML6nw8TwtaHG5qN2ezAEglonUmxBJGplq+ZSVIUKWSW+X8rm52d/SA6pQWyJSKEdFnibYOOI9xCUjzJaimlQFwx4qeRDYOC/pD9JRT5ktdSksqmlKB/V8pYDlgQ6rgKKS65q0gkJQkkWp4U42LKL/AFjzXTVKQZYwTwueJR/9cRbVqASCmw3DhVyWdwAz9B6w/oPDFVlRCCEqDEgpqVYnGQn6s1rwt7AAdPSUhDqmYtSQHGWHJmcxo+IzqUS0gVrUo8IuVMHPct+kZk01TJgSVqK7gJvYEnY2GzCJ9mmCYylClgTSzoJfowV7nnAuBGjLnz2DKCQ1haw2zeJGcUjaaG2dL/V49hf6ACahKGURkPW5Sb/lAF/WGUaskpSrJGFObc2we8D1TVFRVQEkAE3qPIAN6kxn6ua5JsBze1u93PKEijVWEEuCBcONy3I2tDulEsLWq4JySoEC2QN45ZWsSkil6iLAmwffEMS9YpJsL7kmBRaYjQlfeiyn43wQCNyacjvA9ZqQkKmIIKkMgOLh8kC/+IV0y0ABCVs7kkA579IY04SSbhKeZDg2yWuTA9mAhMW4CiCSSwyxYbtm8KTEzFBKRUXPFYnPp9I1VTE/IHI7Me98Q+NYlwkJWhITYO1X0tDjKhmDOlFOUKYbEEP7tBZOpWlrhI5ABvfmYYm6aSb0qqFxxUsOajSp+wHrFPE/DAfLoUCFZASbAB3JUrG2IpcAkH0et4itZ7MkKHa7QDWz0KNRWAoklgkC/YMke5MU8Mkio1F9wHASkDJUVDi6AGE9bMAWJYB/MC+3drwaQo2JElCglRPEkMRskDHvyhvSaZJUVsug2CSQpyeYtbm31jAGsJHzJcmoBJu3fGI1NLqmlvTSVlzSctiou5f2hVXIBxJVLNPllSlOU0BwbWFKGtzLesKeKyEgJUDxK4VDiNJ3ap2DbE2gv2tYrCAyl2NyCX2BsfT9YJLlS0oFZBU9qQ5fqnf39ILsByXp0WKnII4XJrXbLAWbmfeKJ0EohCSRUSzgk5+W7jezE7+kFlz5ZQoLMxRF+VLYsmxHcGM3xLUJSwl2PDk3VvdrZ7QXQHQJ0FEtTCoBIBFL/sX6mMzVI80oRLsJZHCN1G5v3iJ1pWkIUCFlQU6burF7WtyvzggkFCqQklaH4QDT1JJSS3dPqIlrsIWVpVS6lVM5JJLFR6J7eg6x4iZQG3Iuosml9iXartGhN1iZaUtYsCoOCz4Yu7Ns0U12pCiCwVLADjizyACm94TW1MBCUcJKi4DADd/X6s8EkTEJdJZSgetxhgAoY6/WJrdIU1KlsPysUm25qZ29LdYzpnh066kgqTUnjUCCX3DhiB3h6HyFG8s0hJAUAMUqDi3PJT299oUmalIQsG9ZD9N3D3IaM6ZUUkEsAGe7vkDoDzf6R5o55mpuEppBYJtjNQLgv3tyh06Af00+WUpRUo0lg1rdXBe+0MDXpkihIqCjchnS1+fo9ox5OppFKUkqVYk5AD2xkZcNGp4eoJSy0hQSaiNypmA5Adg9olx9oA3kSuGa9SwSxJFIJHMgufZoovUBQ4XU1yTYEuzBPLvmByJXmFT2tZ+GkYsC4YcgBCoITwGlgzqrTjs4V7iBptAOykkcUtIFIKmAAFwxccg+0eSNYAUMPMsoh1EBzlkjJeCaWR56Folja6i79Aljz/3Apfh3kTUqmrSSlLhiSWP4efPkIa4tj6WAm+Lq8tTKCaiwpJCSBnbnzy0CV4kEjjBJewwXbLkcThmhafp2dUsJFyA4DB+VVgzsDmBJ0c3zJQUOAUpfhKdy2TcXw8UkmBFFJv5ksdCQP3iR5OQgKPDL9SkH6R5FUuwqNbxnRK+VRDoUokjdza+8Z87SVBIBdrFPUnOLx7EjOTp7DfIWb4UhCjUpRWkPSGb3LwhO0xrCaDxXHGC/dgIkSKT9p/AFyD1SyhQTSL7bBoY0epUUqCFEZqYken8tEiRbiqGUVPUSkEhjkAN7szweZPLJAJwwGzDp+8SJGbQjR0hKUhTCp+EddnPKB6iUg0ywlRK0kfNck9bUp3MSJEQdsSEpmnShpSUi4ertlt/U+0GGgBmsQKAguoZtyf8AcRIkatlCeoAo8tM0lQU4Sai55E4xDJWkS9wmzOkP2t13Lx5EhSBi9NanWSlLBgACD3vbvcxTWamaF0uyhm+G5frEiRokkhsJO1TqBCqWpLuc74GH6RJ04qX96t1vwsCT6ktbl+0SJEsVGnIFNqCpRwHCXO170+jwXU+IBCRKQVyytQUoguVNspTOw2ESJERbr5iPZunRUVKqKgpJUDgqyB2EPLQSVFbXFagkBkp2a28SJC6NgD8lLDid0mlGBzINsP6mEvEFqCEl3JsBgMd7f7iRIHzQIdl6QEBRNJosAKms73s+1oTXrUqlhKE0KS4WWz0SHtEiQXSYHmj0rhLpy7YJw3oH79opKkVLKABgp5Bx9XHtEiQCAy1XKBljxVFJ9wC/sIU1Kma7+hdx1PSJEiU7H0HNFMUlPCA554AG/Uk7wwrVFaqlLKgA5BABfAAd7HLxIkNbgZ329wEsWdzg3SNrACH9XPVMMshgCApKRjiwb4PaJEimthC69BUSaPr/AJiRIkY6mB//2Q==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3" name="AutoShape 10" descr="data:image/jpeg;base64,/9j/4AAQSkZJRgABAQAAAQABAAD/2wCEAAkGBxMTEhUUExMWFhUWGRkaGRcYGB4cGhweGh0YHB4gGx8cHigiGx8lGxwaITEhJSksLi4uHB8zODMsNygtLisBCgoKDg0OGxAQGywkICQsLCwsLCwsLCwvLCwsLCwsLCwsLCwsLCwsLCwsLCwsLCwsLCwsLCwsLCw0LCwsLCwsLP/AABEIALcBEwMBIgACEQEDEQH/xAAbAAACAwEBAQAAAAAAAAAAAAADBAACBQYBB//EAD0QAAECBQIEBAMHBAEEAgMAAAECEQADEiExBEEiUWFxBROBkQYyoRQjQlKxwfBi0eHxkhUzcoIkQweisv/EABkBAAMBAQEAAAAAAAAAAAAAAAABAgMEBf/EACwRAAICAQMCAgsBAQAAAAAAAAABAhEDEiExQVFh8AQTIjJxkaGxwdHxgRT/2gAMAwEAAhEDEQA/AMPShmSghOagx3OLfvB1Ti7plqV2ZgPZh7RekIQlKVXFyQLkdb5gRlpUoISglKjdN2JPNjjtHhRl3OEb8OlmYpUscRXZhZ37W/aHdf8AD3kBIUsL3dyKe3T+NHQ/D/gY0qStZBmqHohP5R15n05vgfE3iI8xIUqnfDm+3t+sZOb1KKMXk9tRRm6fUpKz0+YG3ryhhUiVSsG6lC1ha+zE/WFNDKuS54vxN+mT9Iak6MDiYlk2c39S1vb0izYRkyzUQgVEBg7i/POwhtelRwqUoHyxhLEEnLjHsYFqfD1OlRmCg7Fz7AjEe+Iz0pASnORnb9PaHbruMtN0lSyAWdLspmv2cjpFZnzAKKSWbf0c4I9oTkeJliSVEAl+XYdI0tP4glZIope1SRzvneJvfcR5MUEiqgKTjLt+sIzpnGKQo7gMPYcMXXJSLvUSeJL59mxBNLMQpYS4KU2dwbtkl7drxa8ACa2UCUBSqSbmwtbfmYqCgBkUkpDl8E9bgQc6NBW4pULsUiybfif3aPE6aUgfMWTdTKFRf0xn/MS+bASnrJLsEgZuAT/7GDr1QNLpCWLZeww537wWUpChWGcXSLA2NnbPtC69QiYC5YFOQb9rjH0gSsB1eoSUFxY5v+keIQKAWD7B2994zq1WTtZizWGzAERdE4kEJyNnc+jYEN2ASakvgEZuC4+sCWqoAAsLm2T6t+kOImkAu9SmF3SLbty6wYFNxw3ZrhIZvQwkBm6SakkqAw7ls25mGihSkovvb027GCeQEgoSQBZnsW3LnnAtJMmA02CUg3US3QPgf6g8AAqSpIUFVPY5duliIPLUFNgObG7Hk7vY8oFKn1ByLlwBybnzj3ykkAu5+g5m37xLHY6uWAmkKAvdXTl7xNZpQpKfvE223O9zz7xl6hawyQXexttm5wIInUqUgEva1sH+7dIbCjWVw5wkO73IP7mFRq5SlcYNhcKf9y8emdwJJYbU2tyv1/faKnRAAOQH/D357/3hNdRBJikmWVgewHp/uJp1U8TOMB7C4+sDUDRU1haluW4BNopp9W//AHFDD0t7doGAXWzlAVWtbbf9YFpdaogBKbBrm7Hd2a0M1FTO1JuAxdwNj/eLJ1qQkppHEbDl64hqgQqpYcKLJSTl8l2L7vF1eLcRsLWB2fDhxt0MGTSagopIAASLkN6sR3i0vQAJ4QASSS19uf7w00Mg804cjmw/eJCMvxRQDVG3JJ/vEgoBn4W8U0+nn16qWFpWCApqgnqUnZrYj6hpdNoFlMySiRUoOlSAA/W1gfrHxib4QsgrUEsDSLl25kPb2MTQ66ZpJ4m6b5ilNQKXC2fIA2uxjoxNR2e6GnXwPq3jegUxpch782j5f4yvzJhKVAo3NQbp/LR9S+GPjSRqmRMAlzSPkVhX/id+2YR+LPgATRXoymWsFzLI4Vdvynu/pGcfRlbnB7/Yzhhjqco/w+eaZKaACCZj4qDHk3LuImvEyUhk1FyxUWYEdDf1LQrPkTpayiamhafmCiAR1Z79CHeCo8UUlSUrAckNZk08x1PNoWll0NaWcSkqJJKQzi6WORjeCCUlUsZCnyaQGNiLm3R/WPNJONC6SCbkmsYHN+kJr1agVKpNwwJOPaJ4Ee6jQCtmCUv8oZy3NjCerkrQ4QCqokAZIPRum8aqJQpSTe+U5J3/AIIun8VQBKsJGXGNwXIs7Q0wEjJIACgMB0gu3qHB7RaTpAATSfZqX9XPtDCpDupJAVgggG/Jzdm7wFKSly7lndj7Zx6Qm9gB6pKhZRpTkA5PcXt3aB6tSmZCTzw5fmXsA2BDEhIwFAKN2N37FrQFM0VKVMpAU4Tw8ujcXR4E0AMOhAV8xqGzgk5G9vaLaooV96hnTlIsX2bmO3pASoqWSz2ASnDdnwe0VSgoYEPaktdu53MXt0GPSZPmhpgpmBNqgxthudrY7wqJBQFXUzWJNn5HlGhpEpATYqUj5SbkA89z2hqSp1mgAkjCXTY5O2ekKxGEnVAqFQWzsd2w+f0jRnahLhVLBJsBcFueWO+2YqtbKJUxuXF2HuBeAypwDzFJFOww3Lv9IWwwzzFGpnSCHSk/Tv2hsTRxBT5Fi7nthvpFtJqUpzuHCr77M1icQGZOQpRAQ4SLgkhh2O3pEtVyIaXKCylQdkkCxFvXkTs8D0emCSt1MfxOxbcFnhSX4gDXYHiZISAGtg2/jwYanPy2YFJttveB7MD3VGpRIDAhyR/aKppIAKex/n9oJMDpsHLhyQBnH+I9koSA5BCjZuvaJ6gLpkqYk/hFrARm6VazMurDlW6uw2EbsokgoLi7s9mHT/MI+IzFKWGBy5JDE8oalSHZ6NQS9SSlKgWAcm/4jAtRpsJQwoSxIS45+5i60oLEv72/SAfaSSwLuWIGARz5/WBO0AzInkUrmYZSWIyfblmCK1dY4RcFwS1vfEG0urBSC1rj+n+xO+N4K6VgcRCsgJFyQcn/AFDdUAsdOpVJUo4wMkX2i07VFMsE1U9bEk45wabPLKwOHlbsOUJS9dKIYuSVAUbdyDkQcgXkrBSKUJbs/wC8SCqKQWEtLf0uR6XiQvZAzNXrFh2TSo/huegN3u0WSkKQSxqBGT62KQH/AJmNXWAIlUm6iSenqf4IVCkplXQcFmLseez8oq6AX0ujqbLDKfw33qyI6f4e+N5+mV5c950sfiF5iR6/MO9+pjCXMpQxCgCBcMccwB+8A85N3BUjJYElufCWS3WKi3tXIqt2fYZ8jR+JSQTTMGy0lloPJ8pPMH1EfNvi74M1GlqWg+bIIYkJukf1sXHcAi12jM0GvXLmJXp1+X1sxSPzA/N2N+sfQ/hb/wDIEuefLnDy5lgFf/WsnYHKT0VzsTG6yRntPnuWp37/AMz5MutI+YW3Bf25WjWnT/lUoBRpdQAAJCcXbMfSfiD4C08+qZICZUw3IA4FHYkDB6j2j514p4TO0q6JstyWAbHU9RtYGM8mJxFKNAftgnE01JIaxL362+v0g/2JQSKrnrh/Vv19IYmT0SwEoQL3U/CkHoEni9SYWnaw0EmhNRZwgvj6wnipWwoMpIJVWaiG3wWbKf2hREssXekM5fI29PSM3zSFsCCGuDuewhhHiTgA4G4sPXnGLvqSaSZwpukgMeTAHozkmEdRISpLqq2YAexJyB0hueUhIKjbYMSCe4uGgbihj6MRd+9zDp2AqvQkMond6hdTD8JA294anJSEJY3AuWcuTcOeQ5NDHhngK5ztTKQPxzSWW2yRck9hDfifwbq5aQqitJuTLZRSNuFqvYEC94vRKitLMjWagpTlnFmYFm3Li/R4w5OqmhfATxH5nc+lxiOhX4VNRMVLnIAUEg0qPzJVjc/3HRoqfDZabq4aAbAvdRGOfZ4uMq2YikiaVpHmgqXjP63Y9nBgGsQfmIQRYqLMGH5Ui57wxNpcgOwP4SwL+5PW8XTPKwFBHFVS577JItCtci4OW0+uWvzCngqUAniIASosQBZ3Ajd0s1bqBUoKskEAU09ev8vGzrfA9MElLlCrkzA1j/4lgE+oPXaMVOlpUoIUFJTSHDuXtbn2hLPDItiI5YT91ldYoMU00kGouOTdAc8490k2YxL8lLez8gC0OyvD6iSpJpA/ELl/5vBkyAoMQ77G1LG2M9oSe1Fh5hSlQu9Z4QDhLC+TuYyjNJWaSaedyCcO+1usNSkOslI+Wwa5fAZwwHMQuEKUJiZtSEuWUDk7gctoNNjJpNe44Xz3DDa43G8Nz0k0kkBAsSCA+4sSDGboZCrKSogJJ+ZgwDf5h1SQpVYDkggjKemw2vC0AXMwUuHZwzkN/mLGWSbMcE/lcjPJ+sBISUCgMbgvVkX6hIa8BElSAlJUAFN8pyk4JJuHwLQtNCLyp5ExRSwpBzg8zjaDytfkktZr7jfYXhNaiotSph1v1JHLq7QWZpErNW7Bkv0LnPrmJoC0maialVQqG35uE5tt3jM1ulWmYCEu5+VJIB3ZPLtGrp5adgQUpapx6v8A2hpGmSylkpCk4UNgRtbPWCLopMzUa2eAPulC2ACw9hEh7/paTelV74iRoGwUTkoFCSqpV1FgWGbXhHVK4hY1KGOY6jZ48mrpnXIJIDgsL/lL4bv6ReZrEu1wXYnD9r4HqIKoQrqZKir7sOak8KWURtviGEoWlExPESbJYEqJe4PMbQbST0JmbYJfmemxi6QoKCiinq7KHUA/q0F9wFfsyiAFkcNlJY253BZzHiNMlCzcY5XAPPO3ONTTagu6ccQuHJ/UmEpq1FQoISBu4DEZtaBugNnwD4snaZgmqbp8cZFQ7E/L2Nj0j6N4dr9LrJbAAsXKCGWkndsg9RmPkq9KVSyTMUSBVc2t0zAdL4iuWELBpIJIUOFQfkeXTB5RcMrgKLcPd47eeD6F418HgOpArT/+w7845dXg6V2dmOG/jxq6f4o1+oOnk6XyalqUZk2YCB5aAl3SDZTqDAEv0u2748mTpUpVqigy1KpVMSClaVKwSkPWl7E7OLEOR3QrJG62NlUlaRwep+GwQ275pG/pFZfwXMmES5SgSkBRBWmq7saanSCx2aOu1/hRKBM0xTqZarcKh/o8v2jJV8L6takrEvylJ+VRmiob/Ml1ehMUvR8VcipAJHwJqSppsyUhAPCSScjYAUkPa7Yja0HwJLSeOd5qiMeWQj1YsR0s/W8afhfn6aUr7TMExSlOVhZU7gBi6QAzAWgE/wAaQjiBIBGAq1v6XZ+rRl6vFF7G8ccGrCo8MFQUsJSmW4DNSAm1+XYswtGarxWcDPUS6FLMuWg2DJcKN7l8W5ExZHxKfNlJCSQtRBJGzOY15glGWv7tyQWAAdxdI6MfrFrJFtRkY5dKemzktYtMzTzJwlMqWsOp6ioHIKjcgAu5P+Oc1awLZ3ILZ/puX9Y+j+D6dAT5JS4KeMd9vaFPEPgGQpdcqaof0KO/RbOPV+8c2WGuTcTJb3TPnq5S0EJCApShVSMtt/fMAm+OnSzUBUpBM1IKVzFFCUhRaomlW4Z2sH527RHw7NBWJ0qkbqACgU8nuHjnvibw2VrSlDmXMQaUcBYJxS1gUsA17MO0c02oyUZJtPmr28TLLNRai03Yh494ePPlJ1kzzlzBUjTyS0lCb8a1m63YswDsbgQQawVKlm4QSQQGJ5M3sQfSPfDdEQlEqYkedp1GWiddjKUApI60lRzjA3ck7TB5hsoh2ZY4m5/7hQpY4qO9fJ78pLhVXj3Nnoper4GNf5dAKgUgcVIYknYnke8Yem1Uw1AJKUlQL3bDco0dNWuWEqtVWwNzawBe9zET4WmVYMQOpzuAGPu8U90IbkJaXUQEh7AE8Rx6frCooJLqVYPs78nFm6mGJk0himxCWL222OA/PMLaZiUpFip33YfrE/AReXLqJombXG4Bf5sOH5RJssKJBNCEJYG4qI7Xc59BDOoQAVeWWDBqru2Mi+9jaEdUoTMJ4jYFlB93NwRf0ikBTy5SgopW9LkFhxNlzkF+WRFtMXDi6bKB3DHa75sGG8D8P0y0KWoELUygmkfi2+blC2m82WkOySRcslgDdsuT1i2kwH9XM8yYFipfD8uQkF9mZ+rxbTpUXrThLNLJF9nYEXs/aBgqIS3ClQDkpDlrvUf2gKdSriepgWIBNLWaw/E93iat7jGdHpBVliL3e59RdhDEgMr5qkXckhxfBzGf4pppgCbuVF2yC/M7QCV4utCqVJIN6jU5ztuC0ChfAjXVJBLkO+9r/WJF5erDWNvT97x7CoDDn6hKnINZN7gO5yzw3IVLUygChhxA59FF/ZotqhLASSGAJ3LO++x/l4r4lpBMQBWwJBADVdcEhv3iopUUK6DVIKipSSQksBVYN+azl40NT4gXSwFGW4kk9H3jPVpmBNMtKS6UgcJJzfYnuYDp5ClByp322DWZRNiPUwUugjR101KVIuEnLBdQA68NveBaDUlYGFKqN/6dnf8AWL6JLKSJqApRPCNr5PIhsQfSzSisAuzsCUkofkEscdITQUEIVwoSr5jdRSAwybHYCK6nRsqhRJvvhRBY5x6R7p9QsJSUpKlJJIA/ETzPaGJi5jVEEqsVOkPVi5GCRe4zULNFwiqsaEfF5Kpksy5bByCHDOU4IOUkXv1Y5jm5syaVJl6paqQXomFQLf0quCLC4bvaOgVqR5h8wp8xnSmsX9M4a0Y/ijTgv7wJSCCV08IN+FPMnkL55RpHJJOlsg3XGx0fwz4ujShSdMVlKlVqC1PxEAFjyt17x0w8YWKT5i9iUkuNzysGIwY+PeHLUCLkAByXa18ciWYRtyPGZC1FM5yxpKVLUpL8iklulxtGGWOWLbi3v2V/c48vrItzTb+Cv6Hea/4vKrS6ppcimUgrYjmTwp9SIzNR8S65KCoyZMlOAufOAucWli3Z4FL8QkJTSpYT+VKRc9mYBoNofKUt0pFTfMQCtu71RzYtct1Bv4/q19mc+OUp+1GLf+/i19mZI8a8SJCijT03+8JmS0j1mKCjfkL84vpfF/FSKmQEh3+6dJ6pL1KB5iOnk6APWJQJ/PRf/k37wyAwAZms0ar0yGJ1HEr8U19L+u3wB5ZRfu0YEn4311VI0yVt+KhaB/zWwHr9Y6DRfGaikmYAkp+dK1BLPi7XB2IzGOnTTayuxLlTFSkDisx+YGlHRnAsMjKTpZQU6JaEFajSsJSCC6qQBkEhi/eOqWWOVUlp8Y2/mm39v0VrfRnZeI/GpRLJKEi1qjnuCBGV4V8TabVMlYVppp5iuWT0ULj1AHeMTxbSS0pUpKEg3JIaogd7ntFfhnwtS1INCgks5ILAbuf5tHFJRyLrLtar7CjknJd72O2m+BzAioJTMSb1INSW9Db1tGPqdAKgUpGGawjqZDoLyyUH+n99j6vDEzVoXafLBJ/GjhV6g2Pf6R6kcEYRUV0PVjjUYpI4taUhQsCeQGD0imo0YUDSl7ct+ZcgP0js0+CoWPulhYGU/Ksdwbwj/wBNotu932994fqkw0HFStIbVIyWLhr9r4iytAuWTggukEG/e8dXM0NJNh09c5hZEi5sLc8Rm8K6i0nOaOStKlJTkgio39uvKPJ/hqkiyAVMxUQPrcX/AI0dGuVhQDENgZhbWEqY8iwDFg38zGbwpCowih2qsAOI7MMgbxefp0Oo08KwGazjoWb+0aOoQSKQ5Y5f99opNkCyQcc9r4HOF6oVGVr5ZCAEpBXSHuLJGBfBPo8Z2rPlqSlA/CFqIwCS+4tHT63RBSQbk57Afp6wrP0HABZ7XOM45N6Rm4NAZmn1sxRSpkhAYEPkmwHU7s1hFzohMUQC5GQGbd87tyMHTo0y1BK0AqChZ6Bs7Xz+sOaLSOtZq+ZT2SPYXtBGO4C6JSgAKEWDcQcsMP6RIf8AsKTcpPuB9HMSNdDCjnpOkuxUssTdjSDYtfc9IbwFKYVj8Ry2+7G28KapzwMokHhbc+znu3tB9GohKuAqWMqr+V7cTEewMc4D2qSiYCogolhIskXJ5Y+hMZeo4UgIlABR+UgvfcgOH9YtqJblIKgUqL2OWy5JztfEF06CCtSHCdixHD0NwYad8gPaOQAkutNCWbZ22YXMLr06FLKgyKTxcR9w979okzQpISVE0JFSiXBfmWP0hGVrgEqBYpd7nA2HPMNiD6uSCQ9QSCHu6ff64eHfFtcU6aYZKa0S0KJU1iKSWc7PdtsxmaGWlRKuI34gLZDhiQ5/loaXLC5dCnoJYJNncXDM5f0hQlpY1sz5n4WRNnJrXSAXe4JVlgQLEmO+MlUxVSmEwHhralPUJSWT3JUTvHuj+DtPImFRN6XCVcQBPYhrbuqLakUla1swAShIBv8ApbqTHRny65XErJUmKL1JSeJQJAVekkKPRg6QeaRveOe8Q8HmTfv1S5vG7UpqUo7AgfKBza/1jqtFPLUqJZOXDgPsLn0tGmifhKFGnA4x+g/xEY8rhwi1OKiklucXpvCJypE2qoGStmUk3SpLgCrBDFxs4xHnh+i1IIIE4S1EUlKAsY/EgKLF2Hr0aO80ArmzAQWWkoJ2JArSe7JWn/jCug1kxEkqRw0kAW+pIOG5hoIZ/aaktvP9OXG/akpLt5/J0Hwz4r4iEBKJunmpRYS5qFSl2JBsASMfiAd/WNdfxCkn/wCX4fOQxauWPMT3eXdu8cXJ8eUkBSwlaVE2IL9w4z1jf8A1CS5l6tRFuCaKiAwG5quQfxHPpGqjjyef2a6Ivzf3s3fDj4bPP3WoDv8AIpd37FjGkv4bl5CEqa4u/s/7Rh6vQS53/eky5pdgpLVDrxMU+ijCeo8HVLT/APB1M2TMBtLmLUZaujTAT6hxFRwaOIxf+f0Fi08RT+n7OkV4YhP/ANYS+eEB/Ro5v4f8dlTtXqtJLq+5U+BQGpSoJa/zvY7vCPh3x14lKnfZ9Tp5almwCj5ZVypVdCn2OHtmN7TfEWjlrUufoZmkmLauZ5XCpn+aZLsrJzGkcqXMa8+BUcke1efAfXpi+7QpN0S3zG1otVptQHkahCuygfpYiCnQTAXDHsf2N41UoS4ZompcGONCokPt7+h29IaUleCVEf1Eq9iXaCzZqk5SR3DQKXqycxdIrYGiQ+YErTBobTPBePQkHEFIRnHTAiF52hcBh3/tGuZI2jn/AIj8Y8s+VKvNLPYGnkGOVHlt6xjmnDHHVIyzZIYo6pB16QAMEuYErRXKqQ/1jXlyV0JrathU2H3aImVFaEy0kzBVolO5fo1mf0iq9KocJBI2ezN/eNzy+bx4qV6xLxBpOal+GOSWFy5fne7P1zDGj0zEqIy/8EaK9KSqwYQQSikXhLFQtIknTkWEu0SLKlLe2O8SDT4BTPny9SgLUEmgsxzb1Z37QZKRKTasJVcOq5PVjTCqdbWuogllWccRbqbj0jTlzwpN5ZUpywINhzcZ/l483VTogBPrdNKeF2DgFnGWxeLrUPMcqBCQzBR9XLMC+0WlzVzFkBILJLAEJII5hXT/AHARIBABUVqGSAzehUPcsO8Vp6hRpr1aqbKQACzMkg9Hv2IMYGu0ylznZw4+UMnsNvSLStSlSyJa1skXTbO5cWU/rB9VMlomoVh03BF39C0Er3Ex2UyQQEh1HJxbJtsMNF0zB5drG7YCeg6x5JmJWlJrpyDhwO72Jj1enCiEIoSKbOVHO4IF36CIVgkKmYAQEOTSCSohn32HvEVp61AEFAYcTAvvSFY9jF5Hg5U6StGCbBRNhYNa3N4tP1K1CmUCUygAMt1O4PvDSAoZZZTsaklNW6iLpBDAkiDS9AtMupISlbcS8JqNmCQ5qA6CEwoh3IQlIxgE8ywc94v9vJmAKUUypYfhURc8mL/secOLGjO8U1q9HpvNSv74qEshhYnicOOQ7Gz8o5TQLnJKJjmmaVJIUSAoM5dyxtfdrR2vjuklapJl0qSKgUqKr1Hdjs3MwLSfDqNOhKxNMxSXTxMyR/SNn3PTIjpx5scYO+S4uKT7iOgdU03T5aUguopAbvh4e+zJICgWJc1OyVAEENV/qNJOklpSk/iPFYgGp/fGYfHhspRSHcNUoPkv09owbT4IM/T+JTEsVcLb1OCOoc77gNGl4T8VrCVeayg5sRZQP094ztVJlqUQtQAckgDBGAAP3aEpPhqH4lqQpyQCOE8iNx9Ycckk9mCO4Oq0uqTRNQzsQxIA6p2B6gRv6FwmnzRMADCsMo8nUCxPWm8fOZOoKReylWSU5Pcg39g0aUnxJYNmAFnfDbk/wx0Q9J6yGpb2zqdX8O6eYapmnFRF1oF+fzSyFv1aMDxTS+JaUleg1Kp0oXMhZrmIAsQAriVd7fNsxhuX8UUWupmBYMXPIO/rGhJ+J5aqRMAJyAQC23u0bP1WT4jcYS55Evhr43105ClK0qJwQQlYQsIWCz3RMb6HnyMOS/izTmYRqZKtImqkGahSCeEFwoOggkt6GHdPJ0pmeahRlzLAqQp3FuEhVSWtyts0ahSSCHQsclCm3Uhwf+IioY2ls/yOEGlz+fPzEVydMUeYjVIoG5UCPcf2heT4pJLhM5CmZyC2bfibeL+IfBGimlzJCTzlkyz3NBAJ7gxzuo//ABiR/wBrVEdJiKvYgg/QxMlnjxTIn69e6k/oafj3jokppQoGYRZiDT1PXkIwvhLS1zTOXcINn3Ud/TPciKn4A1icTJKh1KkuP+Jjq9B4KZcpKcEC/U7/AFjljhy5M2rKtlwcccObLnUsqpLhDQ1QhisERnp0SgbRZMtVo9JHpDoIii0AQChTwGbViE2A8lukeqlAwjJmEQeXqDiGmBf7MOUSIZ0SAD47olJUtKQBWQ5mF6RzAFyD6mD6Ff3jGbSh8G4UO0G18yQfupYZSjSCpJAQNyQCST3YdIQqlo+7JSpVwkuA/bi3zePGcXZiaJQldUxWAQEsCHGxDhxC/wBlUscdZK8pxUNiVPwt6waWwlOocKQwZ+InmQHAH1g86WVy0lShbcksPUP7QKwEdFoAlKtgLlQ2PI2cwujwsTJqUock3qLgnnY9OUN6RVIWpKkUpyGUyqrBiFB/5aHJKkhBKUuzXUGUCbEJqsBBbABq9EmqygAbUpWxtuzAdbwSVLUhI+ZdyymJAByD6xRM9U1aaiCCaaX+UDrYE+phzW+Iy6AkXYttc9i6U9wIXQBSXqyhRGZhAD7D678o90khSnqexuxZv6X69IWXOShQsoLUWuQbnFwm31hyZraT5dksCxcEv3veElW4geglrLpYJpJKTZ0v/wCQJ+kT7KiqonzFgFlMEhhmoEhz2aD6WZWw+YDJUAQ/uQ/U4gKQHmJozZ0lIT6MM9RDT2GLypKmSwIDEBmHXmA/SLeJaz7uhVTuMjlz29jHs/UqTKKPMSkOyagHY9ySX6tGTKWJU1LpSa01AgBhs4cWUP8ARi1C0FGtrdSEpCgu6gwSRht3qv6j1gR1qw6WZwN7juOp3xGfP0yyQoOoHBSxe/Lbmxh4+HcDgmrdw5V3Y2AiXEKJMlMm8tSnuWuauu4bo0MyZ9b2JqAClVMkDmokgelovLllaCFMaaSCUuR0q+YfTaDeWUpKVJQoqBSBxfKd7hiSefvBQAdIgodALZZr3VZx6bwgEUzShyUpsVgAVYxcgDaHdJp5ygsXloc1E2LDAfLQhOQpF0l0k3s5PS4uPeDYQ3K1cug+WnhyoqLEl7AksGA/1CSqmBqqKjakh+jOKjfcNG5NnGZKFCDWA1PC7CzMcsHLM/SBzdApASun5DgsbkZUwAHZ2irrcYnImzpFS1FWHYXqpOST1tG14F8TzqFTJosbgON2NvSMvxHWqWUygQlQGxbrnA9784rKl12clQs7Br4ybHneNFlaYXR20j4xDgKSQ7dc9sxsy/iSXa+esfNdDIShRVNJs9FgS7cxgbW5xbVTlIlpUlCTUzqLrDdyeDk9o2j6VLqUps+sSvE0kO8GRqUmPlEjXzAGC7BJZwemwLqPb2jUR4utAS5d2sxcHd41j6VF8lLIfRakx4UAxxsrxs1XLAJfP9oYl/EYO5aNVmiytaOo8oRUyBGLpvHUl7u0Op8TSYtSTHaGDpBFJ+iBiydamCjUp5wx7Cf2QxId84RIA2Pgc1K3VMd3p63x2MHlKNSEF1EZrbh/9WIA6HPOL/ZyxuoBrA/MD0gmsKUuFVWSlrsVL/qO4jx9W9GAfTCh1FaSwP4b3/KkCn9hHukJXhwNi1+9/wB4yJmoqAJUxA/CHZsvbEOacrSpMtV02yHBB3AIYt7wkmKh3UzBLIBIdy5axJwSAbGKa3UlcwhQUgEX4S//AJPZhbMClJllSklaTcB6UtY4ZIa4t0hvxVC5kxJWEpQAGY8PQd+kOqA9kLlsEy0o4QXK3PqLGnfr1hfTzXq3FJpUenIuX7xQy1FIXUXSWdI4fbtvDcuYGqU3O6rHa7f/AM/WJb6AYUpIU82riCsF2Iy5KX32jTIBSVKSF3wKkM4sQMH1hyTPUsFCJSEqJykBDDewYN1PvEm6mmhChh3ZTPviohu7wN7AERoqkAE0hNwHcetw3djAtQlAYywSSHKr5OMn6NFUzgGUniUSynINiMXt9PWAarTJVMBxSHf8N+gS+InagLaXwjzSQtSy7k4At0UNt7g8o9neHJKAFUlDcJUpTBW1BBdulxHi/FkoPlhSyR+IAAdBdyR3Z4bla/hdaaiB8xLFuhBFukXbWw7EpGlSJiRRUoEMdgAN3/3BghNlUBQUo0od0/QgkQFExak0Iq81QKkgbjkcOWwRDP2ZaMIr8tISCkuSS2SHKb9omm+RGhqNRMUlqk2HEAQCD2TfFoQ84eUVLHJrbbveznnCGrRMLpqUblgCVMBcki5tDhEsy5ZLK5kks3VODyYiG13Az5vjhWmgpUXObC2RZKWYekFGtmFpUssV2UMFumwDesSb4YErrFLnASWHQO5z2Ah0y5qVPMopAB4lJq9Ak3Y82LRToGKypoQpIAK1F+EE37tZXYQ5otZNOBQClimlggejfUwlMmpEx0hQNmPzbFwLWHcvBZJpWkAEvm7BvS5aM/BCPdYFlglqRhSAEgsbAkZ9/SC6SWZ6qJyiLFy70NfIs/MGGZkqYgOEJKSAVKBA2twqIpJFnjOl6hKVcQbICEh878iwObxXPIx6WhKAUqPCBYhQNgWIKSGfqDAtTOpQEU0pIsVfMepAc37QmmcpSC7sFNKTcAhOSpzcE7O0JfbVqUUlTsHZJa73sEv3LesPT0EbS5iClKX3Aub2zblApk6tSUqBQjqTcOzhhzeENIXLJYhiyXNiLkXOe/KCI1AKASylCoJ6euD3eEwNKbqQ5BqCQwZi2bB3+pi2p1o/DxrT8xLADfb9DC61poSolKd3OcXKduzxmT9aZirMw+UFsf1WYnnBqAf0E1fmC6qFl3Zi278v8xuf9UUCUhNmscHO463jH0ktJJUal0pAKiLAJDgAnbvHiJpWHNkgmo1G4HygMf8AAioza4A2R4pMDqJ6Nd35cgYc03jBo4i6jgb/AOP8RiJ1SSmk2KyBZiQNqRuSdziLsE8IJfAqA6OzY/SNVmkh2zp9P4iSkG4fZ4kcsvTTyXQklJwah+4iRX/RMepmP4fUVK80vduRJ5udoNrtYJaSJTlWDOqA/wCOWAxF59K1Uhio2DAgP15RfVeHl0ldLCxSNjhyBa53eOVPlgZWmCAXWSVvwg7n8xb5ov4ksKWBkMOK4UOtg3oYbRofvAa7NxMzdusXloqmlKgAAWakX5XYsYcZBYgmSykpSoHckku/W7ejesM6kzFMJaakhru2cvj2hjU6ZKSohBsQABcXHNyRAdUhpaKhi7kWTsLH+GFdsQfxNfAg0qqAYDl3AeEUz0qAqLubdD9T6tAvEZTBJCiV3JLu7YYZEDleZUkkFmckA09TaG1e4GvqFTafKQhk2cB9tyWZT5ZwYRmylCY9JKQLi5JLYBNm6wY+IGkMslgWJZIvyu/uYt4bqTQyiTfhP5Tnpnm8OkAmhKyq4uq4Dg42wxHaD6KWy6vmLenu7+kOavULUUlQNhwnZj9PWByNWHCiwSMFgSW/pAO/aJfgB54ixULCot8oYDuQNurxVfFO8skvQxMsOwz69SPrB5MxBSVJrZ7OznskEWfrC0uUsTCtKglYvUpIDA5Hbu8ABvBtTSTQC1wpSQam74HvDnhmpSakhkubEqfq+4cRk6jxJKilKJYJcmxYe243uOkG0cxLzFJlhAuE1MxfLBnAfHKBwYUPavV0AECzUpWpJqYbgnn0HeAfaksoqqptgVG/t9XhZYqCwUMpG1VwT+zQFOqSMoqJBDFXCOphU73ANp1JmTkqKyoBSfwHPvaH9VMSlS6VBSnJJS4Hrzg/h2ioQyqfzMlwACNqQb9TCSNOlCisUhLgYyd8Wd9gIbaSAD5xClsGBpBAD+xILdxB9GtAqeoqDkBF/Zst0EU111FKC8sFyyWH/t/mF9IiYglQSFEJNgkEpfnuC3KDTvuFGjpFBSlIExh5TKJqvuCbG/S+8J+HacBSpjJNKSAGUbm17E9bQ1rJqJxKUpoURxFOSU3YgqY78hBZRTLSUhYFrpAD43LkgHH7w7ASWibKQSJJUCkjhQKg9+EUkZ5i/OMpGiuorCQqmpJCSCWYhwwIPb65jTXKlrQFqqSa/wABBSm2LkM57m8EmnzFLRMUQgSyEEOm5a5sxO1ge8Xew+hnyNTUtEwC5/U2Nhz+kHXpkSxxFlvZIWkpIIu/5Pf0ENy9LLSlHCLW4rrZweEWKj1ML6nw8TwtaHG5qN2ezAEglonUmxBJGplq+ZSVIUKWSW+X8rm52d/SA6pQWyJSKEdFnibYOOI9xCUjzJaimlQFwx4qeRDYOC/pD9JRT5ktdSksqmlKB/V8pYDlgQ6rgKKS65q0gkJQkkWp4U42LKL/AFjzXTVKQZYwTwueJR/9cRbVqASCmw3DhVyWdwAz9B6w/oPDFVlRCCEqDEgpqVYnGQn6s1rwt7AAdPSUhDqmYtSQHGWHJmcxo+IzqUS0gVrUo8IuVMHPct+kZk01TJgSVqK7gJvYEnY2GzCJ9mmCYylClgTSzoJfowV7nnAuBGjLnz2DKCQ1haw2zeJGcUjaaG2dL/V49hf6ACahKGURkPW5Sb/lAF/WGUaskpSrJGFObc2we8D1TVFRVQEkAE3qPIAN6kxn6ua5JsBze1u93PKEijVWEEuCBcONy3I2tDulEsLWq4JySoEC2QN45ZWsSkil6iLAmwffEMS9YpJsL7kmBRaYjQlfeiyn43wQCNyacjvA9ZqQkKmIIKkMgOLh8kC/+IV0y0ABCVs7kkA579IY04SSbhKeZDg2yWuTA9mAhMW4CiCSSwyxYbtm8KTEzFBKRUXPFYnPp9I1VTE/IHI7Me98Q+NYlwkJWhITYO1X0tDjKhmDOlFOUKYbEEP7tBZOpWlrhI5ABvfmYYm6aSb0qqFxxUsOajSp+wHrFPE/DAfLoUCFZASbAB3JUrG2IpcAkH0et4itZ7MkKHa7QDWz0KNRWAoklgkC/YMke5MU8Mkio1F9wHASkDJUVDi6AGE9bMAWJYB/MC+3drwaQo2JElCglRPEkMRskDHvyhvSaZJUVsug2CSQpyeYtbm31jAGsJHzJcmoBJu3fGI1NLqmlvTSVlzSctiou5f2hVXIBxJVLNPllSlOU0BwbWFKGtzLesKeKyEgJUDxK4VDiNJ3ap2DbE2gv2tYrCAyl2NyCX2BsfT9YJLlS0oFZBU9qQ5fqnf39ILsByXp0WKnII4XJrXbLAWbmfeKJ0EohCSRUSzgk5+W7jezE7+kFlz5ZQoLMxRF+VLYsmxHcGM3xLUJSwl2PDk3VvdrZ7QXQHQJ0FEtTCoBIBFL/sX6mMzVI80oRLsJZHCN1G5v3iJ1pWkIUCFlQU6burF7WtyvzggkFCqQklaH4QDT1JJSS3dPqIlrsIWVpVS6lVM5JJLFR6J7eg6x4iZQG3Iuosml9iXartGhN1iZaUtYsCoOCz4Yu7Ns0U12pCiCwVLADjizyACm94TW1MBCUcJKi4DADd/X6s8EkTEJdJZSgetxhgAoY6/WJrdIU1KlsPysUm25qZ29LdYzpnh066kgqTUnjUCCX3DhiB3h6HyFG8s0hJAUAMUqDi3PJT299oUmalIQsG9ZD9N3D3IaM6ZUUkEsAGe7vkDoDzf6R5o55mpuEppBYJtjNQLgv3tyh06Af00+WUpRUo0lg1rdXBe+0MDXpkihIqCjchnS1+fo9ox5OppFKUkqVYk5AD2xkZcNGp4eoJSy0hQSaiNypmA5Adg9olx9oA3kSuGa9SwSxJFIJHMgufZoovUBQ4XU1yTYEuzBPLvmByJXmFT2tZ+GkYsC4YcgBCoITwGlgzqrTjs4V7iBptAOykkcUtIFIKmAAFwxccg+0eSNYAUMPMsoh1EBzlkjJeCaWR56Folja6i79Aljz/3Apfh3kTUqmrSSlLhiSWP4efPkIa4tj6WAm+Lq8tTKCaiwpJCSBnbnzy0CV4kEjjBJewwXbLkcThmhafp2dUsJFyA4DB+VVgzsDmBJ0c3zJQUOAUpfhKdy2TcXw8UkmBFFJv5ksdCQP3iR5OQgKPDL9SkH6R5FUuwqNbxnRK+VRDoUokjdza+8Z87SVBIBdrFPUnOLx7EjOTp7DfIWb4UhCjUpRWkPSGb3LwhO0xrCaDxXHGC/dgIkSKT9p/AFyD1SyhQTSL7bBoY0epUUqCFEZqYken8tEiRbiqGUVPUSkEhjkAN7szweZPLJAJwwGzDp+8SJGbQjR0hKUhTCp+EddnPKB6iUg0ywlRK0kfNck9bUp3MSJEQdsSEpmnShpSUi4ertlt/U+0GGgBmsQKAguoZtyf8AcRIkatlCeoAo8tM0lQU4Sai55E4xDJWkS9wmzOkP2t13Lx5EhSBi9NanWSlLBgACD3vbvcxTWamaF0uyhm+G5frEiRokkhsJO1TqBCqWpLuc74GH6RJ04qX96t1vwsCT6ktbl+0SJEsVGnIFNqCpRwHCXO170+jwXU+IBCRKQVyytQUoguVNspTOw2ESJERbr5iPZunRUVKqKgpJUDgqyB2EPLQSVFbXFagkBkp2a28SJC6NgD8lLDid0mlGBzINsP6mEvEFqCEl3JsBgMd7f7iRIHzQIdl6QEBRNJosAKms73s+1oTXrUqlhKE0KS4WWz0SHtEiQXSYHmj0rhLpy7YJw3oH79opKkVLKABgp5Bx9XHtEiQCAy1XKBljxVFJ9wC/sIU1Kma7+hdx1PSJEiU7H0HNFMUlPCA554AG/Uk7wwrVFaqlLKgA5BABfAAd7HLxIkNbgZ329wEsWdzg3SNrACH9XPVMMshgCApKRjiwb4PaJEimthC69BUSaPr/AJiRIkY6mB//2Q==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4" name="AutoShape 12" descr="data:image/jpeg;base64,/9j/4AAQSkZJRgABAQAAAQABAAD/2wCEAAkGBxMTEhUUExMWFhUWGRkaGRcYGB4cGhweGh0YHB4gGx8cHigiGx8lGxwaITEhJSksLi4uHB8zODMsNygtLisBCgoKDg0OGxAQGywkICQsLCwsLCwsLCwvLCwsLCwsLCwsLCwsLCwsLCwsLCwsLCwsLCwsLCwsLCw0LCwsLCwsLP/AABEIALcBEwMBIgACEQEDEQH/xAAbAAACAwEBAQAAAAAAAAAAAAADBAACBQYBB//EAD0QAAECBQIEBAMHBAEEAgMAAAECEQADEiExBEEiUWFxBROBkQYyoRQjQlKxwfBi0eHxkhUzcoIkQweisv/EABkBAAMBAQEAAAAAAAAAAAAAAAABAgMEBf/EACwRAAICAQMCAgsBAQAAAAAAAAABAhEDEiExQVFh8AQTIjJxkaGxwdHxgRT/2gAMAwEAAhEDEQA/AMPShmSghOagx3OLfvB1Ti7plqV2ZgPZh7RekIQlKVXFyQLkdb5gRlpUoISglKjdN2JPNjjtHhRl3OEb8OlmYpUscRXZhZ37W/aHdf8AD3kBIUsL3dyKe3T+NHQ/D/gY0qStZBmqHohP5R15n05vgfE3iI8xIUqnfDm+3t+sZOb1KKMXk9tRRm6fUpKz0+YG3ryhhUiVSsG6lC1ha+zE/WFNDKuS54vxN+mT9Iak6MDiYlk2c39S1vb0izYRkyzUQgVEBg7i/POwhtelRwqUoHyxhLEEnLjHsYFqfD1OlRmCg7Fz7AjEe+Iz0pASnORnb9PaHbruMtN0lSyAWdLspmv2cjpFZnzAKKSWbf0c4I9oTkeJliSVEAl+XYdI0tP4glZIope1SRzvneJvfcR5MUEiqgKTjLt+sIzpnGKQo7gMPYcMXXJSLvUSeJL59mxBNLMQpYS4KU2dwbtkl7drxa8ACa2UCUBSqSbmwtbfmYqCgBkUkpDl8E9bgQc6NBW4pULsUiybfif3aPE6aUgfMWTdTKFRf0xn/MS+bASnrJLsEgZuAT/7GDr1QNLpCWLZeww537wWUpChWGcXSLA2NnbPtC69QiYC5YFOQb9rjH0gSsB1eoSUFxY5v+keIQKAWD7B2994zq1WTtZizWGzAERdE4kEJyNnc+jYEN2ASakvgEZuC4+sCWqoAAsLm2T6t+kOImkAu9SmF3SLbty6wYFNxw3ZrhIZvQwkBm6SakkqAw7ls25mGihSkovvb027GCeQEgoSQBZnsW3LnnAtJMmA02CUg3US3QPgf6g8AAqSpIUFVPY5duliIPLUFNgObG7Hk7vY8oFKn1ByLlwBybnzj3ykkAu5+g5m37xLHY6uWAmkKAvdXTl7xNZpQpKfvE223O9zz7xl6hawyQXexttm5wIInUqUgEva1sH+7dIbCjWVw5wkO73IP7mFRq5SlcYNhcKf9y8emdwJJYbU2tyv1/faKnRAAOQH/D357/3hNdRBJikmWVgewHp/uJp1U8TOMB7C4+sDUDRU1haluW4BNopp9W//AHFDD0t7doGAXWzlAVWtbbf9YFpdaogBKbBrm7Hd2a0M1FTO1JuAxdwNj/eLJ1qQkppHEbDl64hqgQqpYcKLJSTl8l2L7vF1eLcRsLWB2fDhxt0MGTSagopIAASLkN6sR3i0vQAJ4QASSS19uf7w00Mg804cjmw/eJCMvxRQDVG3JJ/vEgoBn4W8U0+nn16qWFpWCApqgnqUnZrYj6hpdNoFlMySiRUoOlSAA/W1gfrHxib4QsgrUEsDSLl25kPb2MTQ66ZpJ4m6b5ilNQKXC2fIA2uxjoxNR2e6GnXwPq3jegUxpch782j5f4yvzJhKVAo3NQbp/LR9S+GPjSRqmRMAlzSPkVhX/id+2YR+LPgATRXoymWsFzLI4Vdvynu/pGcfRlbnB7/Yzhhjqco/w+eaZKaACCZj4qDHk3LuImvEyUhk1FyxUWYEdDf1LQrPkTpayiamhafmCiAR1Z79CHeCo8UUlSUrAckNZk08x1PNoWll0NaWcSkqJJKQzi6WORjeCCUlUsZCnyaQGNiLm3R/WPNJONC6SCbkmsYHN+kJr1agVKpNwwJOPaJ4Ee6jQCtmCUv8oZy3NjCerkrQ4QCqokAZIPRum8aqJQpSTe+U5J3/AIIun8VQBKsJGXGNwXIs7Q0wEjJIACgMB0gu3qHB7RaTpAATSfZqX9XPtDCpDupJAVgggG/Jzdm7wFKSly7lndj7Zx6Qm9gB6pKhZRpTkA5PcXt3aB6tSmZCTzw5fmXsA2BDEhIwFAKN2N37FrQFM0VKVMpAU4Tw8ujcXR4E0AMOhAV8xqGzgk5G9vaLaooV96hnTlIsX2bmO3pASoqWSz2ASnDdnwe0VSgoYEPaktdu53MXt0GPSZPmhpgpmBNqgxthudrY7wqJBQFXUzWJNn5HlGhpEpATYqUj5SbkA89z2hqSp1mgAkjCXTY5O2ekKxGEnVAqFQWzsd2w+f0jRnahLhVLBJsBcFueWO+2YqtbKJUxuXF2HuBeAypwDzFJFOww3Lv9IWwwzzFGpnSCHSk/Tv2hsTRxBT5Fi7nthvpFtJqUpzuHCr77M1icQGZOQpRAQ4SLgkhh2O3pEtVyIaXKCylQdkkCxFvXkTs8D0emCSt1MfxOxbcFnhSX4gDXYHiZISAGtg2/jwYanPy2YFJttveB7MD3VGpRIDAhyR/aKppIAKex/n9oJMDpsHLhyQBnH+I9koSA5BCjZuvaJ6gLpkqYk/hFrARm6VazMurDlW6uw2EbsokgoLi7s9mHT/MI+IzFKWGBy5JDE8oalSHZ6NQS9SSlKgWAcm/4jAtRpsJQwoSxIS45+5i60oLEv72/SAfaSSwLuWIGARz5/WBO0AzInkUrmYZSWIyfblmCK1dY4RcFwS1vfEG0urBSC1rj+n+xO+N4K6VgcRCsgJFyQcn/AFDdUAsdOpVJUo4wMkX2i07VFMsE1U9bEk45wabPLKwOHlbsOUJS9dKIYuSVAUbdyDkQcgXkrBSKUJbs/wC8SCqKQWEtLf0uR6XiQvZAzNXrFh2TSo/huegN3u0WSkKQSxqBGT62KQH/AJmNXWAIlUm6iSenqf4IVCkplXQcFmLseez8oq6AX0ujqbLDKfw33qyI6f4e+N5+mV5c950sfiF5iR6/MO9+pjCXMpQxCgCBcMccwB+8A85N3BUjJYElufCWS3WKi3tXIqt2fYZ8jR+JSQTTMGy0lloPJ8pPMH1EfNvi74M1GlqWg+bIIYkJukf1sXHcAi12jM0GvXLmJXp1+X1sxSPzA/N2N+sfQ/hb/wDIEuefLnDy5lgFf/WsnYHKT0VzsTG6yRntPnuWp37/AMz5MutI+YW3Bf25WjWnT/lUoBRpdQAAJCcXbMfSfiD4C08+qZICZUw3IA4FHYkDB6j2j514p4TO0q6JstyWAbHU9RtYGM8mJxFKNAftgnE01JIaxL362+v0g/2JQSKrnrh/Vv19IYmT0SwEoQL3U/CkHoEni9SYWnaw0EmhNRZwgvj6wnipWwoMpIJVWaiG3wWbKf2hREssXekM5fI29PSM3zSFsCCGuDuewhhHiTgA4G4sPXnGLvqSaSZwpukgMeTAHozkmEdRISpLqq2YAexJyB0hueUhIKjbYMSCe4uGgbihj6MRd+9zDp2AqvQkMond6hdTD8JA294anJSEJY3AuWcuTcOeQ5NDHhngK5ztTKQPxzSWW2yRck9hDfifwbq5aQqitJuTLZRSNuFqvYEC94vRKitLMjWagpTlnFmYFm3Li/R4w5OqmhfATxH5nc+lxiOhX4VNRMVLnIAUEg0qPzJVjc/3HRoqfDZabq4aAbAvdRGOfZ4uMq2YikiaVpHmgqXjP63Y9nBgGsQfmIQRYqLMGH5Ui57wxNpcgOwP4SwL+5PW8XTPKwFBHFVS577JItCtci4OW0+uWvzCngqUAniIASosQBZ3Ajd0s1bqBUoKskEAU09ev8vGzrfA9MElLlCrkzA1j/4lgE+oPXaMVOlpUoIUFJTSHDuXtbn2hLPDItiI5YT91ldYoMU00kGouOTdAc8490k2YxL8lLez8gC0OyvD6iSpJpA/ELl/5vBkyAoMQ77G1LG2M9oSe1Fh5hSlQu9Z4QDhLC+TuYyjNJWaSaedyCcO+1usNSkOslI+Wwa5fAZwwHMQuEKUJiZtSEuWUDk7gctoNNjJpNe44Xz3DDa43G8Nz0k0kkBAsSCA+4sSDGboZCrKSogJJ+ZgwDf5h1SQpVYDkggjKemw2vC0AXMwUuHZwzkN/mLGWSbMcE/lcjPJ+sBISUCgMbgvVkX6hIa8BElSAlJUAFN8pyk4JJuHwLQtNCLyp5ExRSwpBzg8zjaDytfkktZr7jfYXhNaiotSph1v1JHLq7QWZpErNW7Bkv0LnPrmJoC0maialVQqG35uE5tt3jM1ulWmYCEu5+VJIB3ZPLtGrp5adgQUpapx6v8A2hpGmSylkpCk4UNgRtbPWCLopMzUa2eAPulC2ACw9hEh7/paTelV74iRoGwUTkoFCSqpV1FgWGbXhHVK4hY1KGOY6jZ48mrpnXIJIDgsL/lL4bv6ReZrEu1wXYnD9r4HqIKoQrqZKir7sOak8KWURtviGEoWlExPESbJYEqJe4PMbQbST0JmbYJfmemxi6QoKCiinq7KHUA/q0F9wFfsyiAFkcNlJY253BZzHiNMlCzcY5XAPPO3ONTTagu6ccQuHJ/UmEpq1FQoISBu4DEZtaBugNnwD4snaZgmqbp8cZFQ7E/L2Nj0j6N4dr9LrJbAAsXKCGWkndsg9RmPkq9KVSyTMUSBVc2t0zAdL4iuWELBpIJIUOFQfkeXTB5RcMrgKLcPd47eeD6F418HgOpArT/+w7845dXg6V2dmOG/jxq6f4o1+oOnk6XyalqUZk2YCB5aAl3SDZTqDAEv0u2748mTpUpVqigy1KpVMSClaVKwSkPWl7E7OLEOR3QrJG62NlUlaRwep+GwQ275pG/pFZfwXMmES5SgSkBRBWmq7saanSCx2aOu1/hRKBM0xTqZarcKh/o8v2jJV8L6takrEvylJ+VRmiob/Ml1ehMUvR8VcipAJHwJqSppsyUhAPCSScjYAUkPa7Yja0HwJLSeOd5qiMeWQj1YsR0s/W8afhfn6aUr7TMExSlOVhZU7gBi6QAzAWgE/wAaQjiBIBGAq1v6XZ+rRl6vFF7G8ccGrCo8MFQUsJSmW4DNSAm1+XYswtGarxWcDPUS6FLMuWg2DJcKN7l8W5ExZHxKfNlJCSQtRBJGzOY15glGWv7tyQWAAdxdI6MfrFrJFtRkY5dKemzktYtMzTzJwlMqWsOp6ioHIKjcgAu5P+Oc1awLZ3ILZ/puX9Y+j+D6dAT5JS4KeMd9vaFPEPgGQpdcqaof0KO/RbOPV+8c2WGuTcTJb3TPnq5S0EJCApShVSMtt/fMAm+OnSzUBUpBM1IKVzFFCUhRaomlW4Z2sH527RHw7NBWJ0qkbqACgU8nuHjnvibw2VrSlDmXMQaUcBYJxS1gUsA17MO0c02oyUZJtPmr28TLLNRai03Yh494ePPlJ1kzzlzBUjTyS0lCb8a1m63YswDsbgQQawVKlm4QSQQGJ5M3sQfSPfDdEQlEqYkedp1GWiddjKUApI60lRzjA3ck7TB5hsoh2ZY4m5/7hQpY4qO9fJ78pLhVXj3Nnoper4GNf5dAKgUgcVIYknYnke8Yem1Uw1AJKUlQL3bDco0dNWuWEqtVWwNzawBe9zET4WmVYMQOpzuAGPu8U90IbkJaXUQEh7AE8Rx6frCooJLqVYPs78nFm6mGJk0himxCWL222OA/PMLaZiUpFip33YfrE/AReXLqJombXG4Bf5sOH5RJssKJBNCEJYG4qI7Xc59BDOoQAVeWWDBqru2Mi+9jaEdUoTMJ4jYFlB93NwRf0ikBTy5SgopW9LkFhxNlzkF+WRFtMXDi6bKB3DHa75sGG8D8P0y0KWoELUygmkfi2+blC2m82WkOySRcslgDdsuT1i2kwH9XM8yYFipfD8uQkF9mZ+rxbTpUXrThLNLJF9nYEXs/aBgqIS3ClQDkpDlrvUf2gKdSriepgWIBNLWaw/E93iat7jGdHpBVliL3e59RdhDEgMr5qkXckhxfBzGf4pppgCbuVF2yC/M7QCV4utCqVJIN6jU5ztuC0ChfAjXVJBLkO+9r/WJF5erDWNvT97x7CoDDn6hKnINZN7gO5yzw3IVLUygChhxA59FF/ZotqhLASSGAJ3LO++x/l4r4lpBMQBWwJBADVdcEhv3iopUUK6DVIKipSSQksBVYN+azl40NT4gXSwFGW4kk9H3jPVpmBNMtKS6UgcJJzfYnuYDp5ClByp322DWZRNiPUwUugjR101KVIuEnLBdQA68NveBaDUlYGFKqN/6dnf8AWL6JLKSJqApRPCNr5PIhsQfSzSisAuzsCUkofkEscdITQUEIVwoSr5jdRSAwybHYCK6nRsqhRJvvhRBY5x6R7p9QsJSUpKlJJIA/ETzPaGJi5jVEEqsVOkPVi5GCRe4zULNFwiqsaEfF5Kpksy5bByCHDOU4IOUkXv1Y5jm5syaVJl6paqQXomFQLf0quCLC4bvaOgVqR5h8wp8xnSmsX9M4a0Y/ijTgv7wJSCCV08IN+FPMnkL55RpHJJOlsg3XGx0fwz4ujShSdMVlKlVqC1PxEAFjyt17x0w8YWKT5i9iUkuNzysGIwY+PeHLUCLkAByXa18ciWYRtyPGZC1FM5yxpKVLUpL8iklulxtGGWOWLbi3v2V/c48vrItzTb+Cv6Hea/4vKrS6ppcimUgrYjmTwp9SIzNR8S65KCoyZMlOAufOAucWli3Z4FL8QkJTSpYT+VKRc9mYBoNofKUt0pFTfMQCtu71RzYtct1Bv4/q19mc+OUp+1GLf+/i19mZI8a8SJCijT03+8JmS0j1mKCjfkL84vpfF/FSKmQEh3+6dJ6pL1KB5iOnk6APWJQJ/PRf/k37wyAwAZms0ar0yGJ1HEr8U19L+u3wB5ZRfu0YEn4311VI0yVt+KhaB/zWwHr9Y6DRfGaikmYAkp+dK1BLPi7XB2IzGOnTTayuxLlTFSkDisx+YGlHRnAsMjKTpZQU6JaEFajSsJSCC6qQBkEhi/eOqWWOVUlp8Y2/mm39v0VrfRnZeI/GpRLJKEi1qjnuCBGV4V8TabVMlYVppp5iuWT0ULj1AHeMTxbSS0pUpKEg3JIaogd7ntFfhnwtS1INCgks5ILAbuf5tHFJRyLrLtar7CjknJd72O2m+BzAioJTMSb1INSW9Db1tGPqdAKgUpGGawjqZDoLyyUH+n99j6vDEzVoXafLBJ/GjhV6g2Pf6R6kcEYRUV0PVjjUYpI4taUhQsCeQGD0imo0YUDSl7ct+ZcgP0js0+CoWPulhYGU/Ksdwbwj/wBNotu932994fqkw0HFStIbVIyWLhr9r4iytAuWTggukEG/e8dXM0NJNh09c5hZEi5sLc8Rm8K6i0nOaOStKlJTkgio39uvKPJ/hqkiyAVMxUQPrcX/AI0dGuVhQDENgZhbWEqY8iwDFg38zGbwpCowih2qsAOI7MMgbxefp0Oo08KwGazjoWb+0aOoQSKQ5Y5f99opNkCyQcc9r4HOF6oVGVr5ZCAEpBXSHuLJGBfBPo8Z2rPlqSlA/CFqIwCS+4tHT63RBSQbk57Afp6wrP0HABZ7XOM45N6Rm4NAZmn1sxRSpkhAYEPkmwHU7s1hFzohMUQC5GQGbd87tyMHTo0y1BK0AqChZ6Bs7Xz+sOaLSOtZq+ZT2SPYXtBGO4C6JSgAKEWDcQcsMP6RIf8AsKTcpPuB9HMSNdDCjnpOkuxUssTdjSDYtfc9IbwFKYVj8Ry2+7G28KapzwMokHhbc+znu3tB9GohKuAqWMqr+V7cTEewMc4D2qSiYCogolhIskXJ5Y+hMZeo4UgIlABR+UgvfcgOH9YtqJblIKgUqL2OWy5JztfEF06CCtSHCdixHD0NwYad8gPaOQAkutNCWbZ22YXMLr06FLKgyKTxcR9w979okzQpISVE0JFSiXBfmWP0hGVrgEqBYpd7nA2HPMNiD6uSCQ9QSCHu6ff64eHfFtcU6aYZKa0S0KJU1iKSWc7PdtsxmaGWlRKuI34gLZDhiQ5/loaXLC5dCnoJYJNncXDM5f0hQlpY1sz5n4WRNnJrXSAXe4JVlgQLEmO+MlUxVSmEwHhralPUJSWT3JUTvHuj+DtPImFRN6XCVcQBPYhrbuqLakUla1swAShIBv8ApbqTHRny65XErJUmKL1JSeJQJAVekkKPRg6QeaRveOe8Q8HmTfv1S5vG7UpqUo7AgfKBza/1jqtFPLUqJZOXDgPsLn0tGmifhKFGnA4x+g/xEY8rhwi1OKiklucXpvCJypE2qoGStmUk3SpLgCrBDFxs4xHnh+i1IIIE4S1EUlKAsY/EgKLF2Hr0aO80ArmzAQWWkoJ2JArSe7JWn/jCug1kxEkqRw0kAW+pIOG5hoIZ/aaktvP9OXG/akpLt5/J0Hwz4r4iEBKJunmpRYS5qFSl2JBsASMfiAd/WNdfxCkn/wCX4fOQxauWPMT3eXdu8cXJ8eUkBSwlaVE2IL9w4z1jf8A1CS5l6tRFuCaKiAwG5quQfxHPpGqjjyef2a6Ivzf3s3fDj4bPP3WoDv8AIpd37FjGkv4bl5CEqa4u/s/7Rh6vQS53/eky5pdgpLVDrxMU+ijCeo8HVLT/APB1M2TMBtLmLUZaujTAT6hxFRwaOIxf+f0Fi08RT+n7OkV4YhP/ANYS+eEB/Ro5v4f8dlTtXqtJLq+5U+BQGpSoJa/zvY7vCPh3x14lKnfZ9Tp5almwCj5ZVypVdCn2OHtmN7TfEWjlrUufoZmkmLauZ5XCpn+aZLsrJzGkcqXMa8+BUcke1efAfXpi+7QpN0S3zG1otVptQHkahCuygfpYiCnQTAXDHsf2N41UoS4ZompcGONCokPt7+h29IaUleCVEf1Eq9iXaCzZqk5SR3DQKXqycxdIrYGiQ+YErTBobTPBePQkHEFIRnHTAiF52hcBh3/tGuZI2jn/AIj8Y8s+VKvNLPYGnkGOVHlt6xjmnDHHVIyzZIYo6pB16QAMEuYErRXKqQ/1jXlyV0JrathU2H3aImVFaEy0kzBVolO5fo1mf0iq9KocJBI2ezN/eNzy+bx4qV6xLxBpOal+GOSWFy5fne7P1zDGj0zEqIy/8EaK9KSqwYQQSikXhLFQtIknTkWEu0SLKlLe2O8SDT4BTPny9SgLUEmgsxzb1Z37QZKRKTasJVcOq5PVjTCqdbWuogllWccRbqbj0jTlzwpN5ZUpywINhzcZ/l483VTogBPrdNKeF2DgFnGWxeLrUPMcqBCQzBR9XLMC+0WlzVzFkBILJLAEJII5hXT/AHARIBABUVqGSAzehUPcsO8Vp6hRpr1aqbKQACzMkg9Hv2IMYGu0ylznZw4+UMnsNvSLStSlSyJa1skXTbO5cWU/rB9VMlomoVh03BF39C0Er3Ex2UyQQEh1HJxbJtsMNF0zB5drG7YCeg6x5JmJWlJrpyDhwO72Jj1enCiEIoSKbOVHO4IF36CIVgkKmYAQEOTSCSohn32HvEVp61AEFAYcTAvvSFY9jF5Hg5U6StGCbBRNhYNa3N4tP1K1CmUCUygAMt1O4PvDSAoZZZTsaklNW6iLpBDAkiDS9AtMupISlbcS8JqNmCQ5qA6CEwoh3IQlIxgE8ywc94v9vJmAKUUypYfhURc8mL/secOLGjO8U1q9HpvNSv74qEshhYnicOOQ7Gz8o5TQLnJKJjmmaVJIUSAoM5dyxtfdrR2vjuklapJl0qSKgUqKr1Hdjs3MwLSfDqNOhKxNMxSXTxMyR/SNn3PTIjpx5scYO+S4uKT7iOgdU03T5aUguopAbvh4e+zJICgWJc1OyVAEENV/qNJOklpSk/iPFYgGp/fGYfHhspRSHcNUoPkv09owbT4IM/T+JTEsVcLb1OCOoc77gNGl4T8VrCVeayg5sRZQP094ztVJlqUQtQAckgDBGAAP3aEpPhqH4lqQpyQCOE8iNx9Ycckk9mCO4Oq0uqTRNQzsQxIA6p2B6gRv6FwmnzRMADCsMo8nUCxPWm8fOZOoKReylWSU5Pcg39g0aUnxJYNmAFnfDbk/wx0Q9J6yGpb2zqdX8O6eYapmnFRF1oF+fzSyFv1aMDxTS+JaUleg1Kp0oXMhZrmIAsQAriVd7fNsxhuX8UUWupmBYMXPIO/rGhJ+J5aqRMAJyAQC23u0bP1WT4jcYS55Evhr43105ClK0qJwQQlYQsIWCz3RMb6HnyMOS/izTmYRqZKtImqkGahSCeEFwoOggkt6GHdPJ0pmeahRlzLAqQp3FuEhVSWtyts0ahSSCHQsclCm3Uhwf+IioY2ls/yOEGlz+fPzEVydMUeYjVIoG5UCPcf2heT4pJLhM5CmZyC2bfibeL+IfBGimlzJCTzlkyz3NBAJ7gxzuo//ABiR/wBrVEdJiKvYgg/QxMlnjxTIn69e6k/oafj3jokppQoGYRZiDT1PXkIwvhLS1zTOXcINn3Ud/TPciKn4A1icTJKh1KkuP+Jjq9B4KZcpKcEC/U7/AFjljhy5M2rKtlwcccObLnUsqpLhDQ1QhisERnp0SgbRZMtVo9JHpDoIii0AQChTwGbViE2A8lukeqlAwjJmEQeXqDiGmBf7MOUSIZ0SAD47olJUtKQBWQ5mF6RzAFyD6mD6Ff3jGbSh8G4UO0G18yQfupYZSjSCpJAQNyQCST3YdIQqlo+7JSpVwkuA/bi3zePGcXZiaJQldUxWAQEsCHGxDhxC/wBlUscdZK8pxUNiVPwt6waWwlOocKQwZ+InmQHAH1g86WVy0lShbcksPUP7QKwEdFoAlKtgLlQ2PI2cwujwsTJqUock3qLgnnY9OUN6RVIWpKkUpyGUyqrBiFB/5aHJKkhBKUuzXUGUCbEJqsBBbABq9EmqygAbUpWxtuzAdbwSVLUhI+ZdyymJAByD6xRM9U1aaiCCaaX+UDrYE+phzW+Iy6AkXYttc9i6U9wIXQBSXqyhRGZhAD7D678o90khSnqexuxZv6X69IWXOShQsoLUWuQbnFwm31hyZraT5dksCxcEv3veElW4geglrLpYJpJKTZ0v/wCQJ+kT7KiqonzFgFlMEhhmoEhz2aD6WZWw+YDJUAQ/uQ/U4gKQHmJozZ0lIT6MM9RDT2GLypKmSwIDEBmHXmA/SLeJaz7uhVTuMjlz29jHs/UqTKKPMSkOyagHY9ySX6tGTKWJU1LpSa01AgBhs4cWUP8ARi1C0FGtrdSEpCgu6gwSRht3qv6j1gR1qw6WZwN7juOp3xGfP0yyQoOoHBSxe/Lbmxh4+HcDgmrdw5V3Y2AiXEKJMlMm8tSnuWuauu4bo0MyZ9b2JqAClVMkDmokgelovLllaCFMaaSCUuR0q+YfTaDeWUpKVJQoqBSBxfKd7hiSefvBQAdIgodALZZr3VZx6bwgEUzShyUpsVgAVYxcgDaHdJp5ygsXloc1E2LDAfLQhOQpF0l0k3s5PS4uPeDYQ3K1cug+WnhyoqLEl7AksGA/1CSqmBqqKjakh+jOKjfcNG5NnGZKFCDWA1PC7CzMcsHLM/SBzdApASun5DgsbkZUwAHZ2irrcYnImzpFS1FWHYXqpOST1tG14F8TzqFTJosbgON2NvSMvxHWqWUygQlQGxbrnA9784rKl12clQs7Br4ybHneNFlaYXR20j4xDgKSQ7dc9sxsy/iSXa+esfNdDIShRVNJs9FgS7cxgbW5xbVTlIlpUlCTUzqLrDdyeDk9o2j6VLqUps+sSvE0kO8GRqUmPlEjXzAGC7BJZwemwLqPb2jUR4utAS5d2sxcHd41j6VF8lLIfRakx4UAxxsrxs1XLAJfP9oYl/EYO5aNVmiytaOo8oRUyBGLpvHUl7u0Op8TSYtSTHaGDpBFJ+iBiydamCjUp5wx7Cf2QxId84RIA2Pgc1K3VMd3p63x2MHlKNSEF1EZrbh/9WIA6HPOL/ZyxuoBrA/MD0gmsKUuFVWSlrsVL/qO4jx9W9GAfTCh1FaSwP4b3/KkCn9hHukJXhwNi1+9/wB4yJmoqAJUxA/CHZsvbEOacrSpMtV02yHBB3AIYt7wkmKh3UzBLIBIdy5axJwSAbGKa3UlcwhQUgEX4S//AJPZhbMClJllSklaTcB6UtY4ZIa4t0hvxVC5kxJWEpQAGY8PQd+kOqA9kLlsEy0o4QXK3PqLGnfr1hfTzXq3FJpUenIuX7xQy1FIXUXSWdI4fbtvDcuYGqU3O6rHa7f/AM/WJb6AYUpIU82riCsF2Iy5KX32jTIBSVKSF3wKkM4sQMH1hyTPUsFCJSEqJykBDDewYN1PvEm6mmhChh3ZTPviohu7wN7AERoqkAE0hNwHcetw3djAtQlAYywSSHKr5OMn6NFUzgGUniUSynINiMXt9PWAarTJVMBxSHf8N+gS+InagLaXwjzSQtSy7k4At0UNt7g8o9neHJKAFUlDcJUpTBW1BBdulxHi/FkoPlhSyR+IAAdBdyR3Z4bla/hdaaiB8xLFuhBFukXbWw7EpGlSJiRRUoEMdgAN3/3BghNlUBQUo0od0/QgkQFExak0Iq81QKkgbjkcOWwRDP2ZaMIr8tISCkuSS2SHKb9omm+RGhqNRMUlqk2HEAQCD2TfFoQ84eUVLHJrbbveznnCGrRMLpqUblgCVMBcki5tDhEsy5ZLK5kks3VODyYiG13Az5vjhWmgpUXObC2RZKWYekFGtmFpUssV2UMFumwDesSb4YErrFLnASWHQO5z2Ah0y5qVPMopAB4lJq9Ak3Y82LRToGKypoQpIAK1F+EE37tZXYQ5otZNOBQClimlggejfUwlMmpEx0hQNmPzbFwLWHcvBZJpWkAEvm7BvS5aM/BCPdYFlglqRhSAEgsbAkZ9/SC6SWZ6qJyiLFy70NfIs/MGGZkqYgOEJKSAVKBA2twqIpJFnjOl6hKVcQbICEh878iwObxXPIx6WhKAUqPCBYhQNgWIKSGfqDAtTOpQEU0pIsVfMepAc37QmmcpSC7sFNKTcAhOSpzcE7O0JfbVqUUlTsHZJa73sEv3LesPT0EbS5iClKX3Aub2zblApk6tSUqBQjqTcOzhhzeENIXLJYhiyXNiLkXOe/KCI1AKASylCoJ6euD3eEwNKbqQ5BqCQwZi2bB3+pi2p1o/DxrT8xLADfb9DC61poSolKd3OcXKduzxmT9aZirMw+UFsf1WYnnBqAf0E1fmC6qFl3Zi278v8xuf9UUCUhNmscHO463jH0ktJJUal0pAKiLAJDgAnbvHiJpWHNkgmo1G4HygMf8AAioza4A2R4pMDqJ6Nd35cgYc03jBo4i6jgb/AOP8RiJ1SSmk2KyBZiQNqRuSdziLsE8IJfAqA6OzY/SNVmkh2zp9P4iSkG4fZ4kcsvTTyXQklJwah+4iRX/RMepmP4fUVK80vduRJ5udoNrtYJaSJTlWDOqA/wCOWAxF59K1Uhio2DAgP15RfVeHl0ldLCxSNjhyBa53eOVPlgZWmCAXWSVvwg7n8xb5ov4ksKWBkMOK4UOtg3oYbRofvAa7NxMzdusXloqmlKgAAWakX5XYsYcZBYgmSykpSoHckku/W7ejesM6kzFMJaakhru2cvj2hjU6ZKSohBsQABcXHNyRAdUhpaKhi7kWTsLH+GFdsQfxNfAg0qqAYDl3AeEUz0qAqLubdD9T6tAvEZTBJCiV3JLu7YYZEDleZUkkFmckA09TaG1e4GvqFTafKQhk2cB9tyWZT5ZwYRmylCY9JKQLi5JLYBNm6wY+IGkMslgWJZIvyu/uYt4bqTQyiTfhP5Tnpnm8OkAmhKyq4uq4Dg42wxHaD6KWy6vmLenu7+kOavULUUlQNhwnZj9PWByNWHCiwSMFgSW/pAO/aJfgB54ixULCot8oYDuQNurxVfFO8skvQxMsOwz69SPrB5MxBSVJrZ7OznskEWfrC0uUsTCtKglYvUpIDA5Hbu8ABvBtTSTQC1wpSQam74HvDnhmpSakhkubEqfq+4cRk6jxJKilKJYJcmxYe243uOkG0cxLzFJlhAuE1MxfLBnAfHKBwYUPavV0AECzUpWpJqYbgnn0HeAfaksoqqptgVG/t9XhZYqCwUMpG1VwT+zQFOqSMoqJBDFXCOphU73ANp1JmTkqKyoBSfwHPvaH9VMSlS6VBSnJJS4Hrzg/h2ioQyqfzMlwACNqQb9TCSNOlCisUhLgYyd8Wd9gIbaSAD5xClsGBpBAD+xILdxB9GtAqeoqDkBF/Zst0EU111FKC8sFyyWH/t/mF9IiYglQSFEJNgkEpfnuC3KDTvuFGjpFBSlIExh5TKJqvuCbG/S+8J+HacBSpjJNKSAGUbm17E9bQ1rJqJxKUpoURxFOSU3YgqY78hBZRTLSUhYFrpAD43LkgHH7w7ASWibKQSJJUCkjhQKg9+EUkZ5i/OMpGiuorCQqmpJCSCWYhwwIPb65jTXKlrQFqqSa/wABBSm2LkM57m8EmnzFLRMUQgSyEEOm5a5sxO1ge8Xew+hnyNTUtEwC5/U2Nhz+kHXpkSxxFlvZIWkpIIu/5Pf0ENy9LLSlHCLW4rrZweEWKj1ML6nw8TwtaHG5qN2ezAEglonUmxBJGplq+ZSVIUKWSW+X8rm52d/SA6pQWyJSKEdFnibYOOI9xCUjzJaimlQFwx4qeRDYOC/pD9JRT5ktdSksqmlKB/V8pYDlgQ6rgKKS65q0gkJQkkWp4U42LKL/AFjzXTVKQZYwTwueJR/9cRbVqASCmw3DhVyWdwAz9B6w/oPDFVlRCCEqDEgpqVYnGQn6s1rwt7AAdPSUhDqmYtSQHGWHJmcxo+IzqUS0gVrUo8IuVMHPct+kZk01TJgSVqK7gJvYEnY2GzCJ9mmCYylClgTSzoJfowV7nnAuBGjLnz2DKCQ1haw2zeJGcUjaaG2dL/V49hf6ACahKGURkPW5Sb/lAF/WGUaskpSrJGFObc2we8D1TVFRVQEkAE3qPIAN6kxn6ua5JsBze1u93PKEijVWEEuCBcONy3I2tDulEsLWq4JySoEC2QN45ZWsSkil6iLAmwffEMS9YpJsL7kmBRaYjQlfeiyn43wQCNyacjvA9ZqQkKmIIKkMgOLh8kC/+IV0y0ABCVs7kkA579IY04SSbhKeZDg2yWuTA9mAhMW4CiCSSwyxYbtm8KTEzFBKRUXPFYnPp9I1VTE/IHI7Me98Q+NYlwkJWhITYO1X0tDjKhmDOlFOUKYbEEP7tBZOpWlrhI5ABvfmYYm6aSb0qqFxxUsOajSp+wHrFPE/DAfLoUCFZASbAB3JUrG2IpcAkH0et4itZ7MkKHa7QDWz0KNRWAoklgkC/YMke5MU8Mkio1F9wHASkDJUVDi6AGE9bMAWJYB/MC+3drwaQo2JElCglRPEkMRskDHvyhvSaZJUVsug2CSQpyeYtbm31jAGsJHzJcmoBJu3fGI1NLqmlvTSVlzSctiou5f2hVXIBxJVLNPllSlOU0BwbWFKGtzLesKeKyEgJUDxK4VDiNJ3ap2DbE2gv2tYrCAyl2NyCX2BsfT9YJLlS0oFZBU9qQ5fqnf39ILsByXp0WKnII4XJrXbLAWbmfeKJ0EohCSRUSzgk5+W7jezE7+kFlz5ZQoLMxRF+VLYsmxHcGM3xLUJSwl2PDk3VvdrZ7QXQHQJ0FEtTCoBIBFL/sX6mMzVI80oRLsJZHCN1G5v3iJ1pWkIUCFlQU6burF7WtyvzggkFCqQklaH4QDT1JJSS3dPqIlrsIWVpVS6lVM5JJLFR6J7eg6x4iZQG3Iuosml9iXartGhN1iZaUtYsCoOCz4Yu7Ns0U12pCiCwVLADjizyACm94TW1MBCUcJKi4DADd/X6s8EkTEJdJZSgetxhgAoY6/WJrdIU1KlsPysUm25qZ29LdYzpnh066kgqTUnjUCCX3DhiB3h6HyFG8s0hJAUAMUqDi3PJT299oUmalIQsG9ZD9N3D3IaM6ZUUkEsAGe7vkDoDzf6R5o55mpuEppBYJtjNQLgv3tyh06Af00+WUpRUo0lg1rdXBe+0MDXpkihIqCjchnS1+fo9ox5OppFKUkqVYk5AD2xkZcNGp4eoJSy0hQSaiNypmA5Adg9olx9oA3kSuGa9SwSxJFIJHMgufZoovUBQ4XU1yTYEuzBPLvmByJXmFT2tZ+GkYsC4YcgBCoITwGlgzqrTjs4V7iBptAOykkcUtIFIKmAAFwxccg+0eSNYAUMPMsoh1EBzlkjJeCaWR56Folja6i79Aljz/3Apfh3kTUqmrSSlLhiSWP4efPkIa4tj6WAm+Lq8tTKCaiwpJCSBnbnzy0CV4kEjjBJewwXbLkcThmhafp2dUsJFyA4DB+VVgzsDmBJ0c3zJQUOAUpfhKdy2TcXw8UkmBFFJv5ksdCQP3iR5OQgKPDL9SkH6R5FUuwqNbxnRK+VRDoUokjdza+8Z87SVBIBdrFPUnOLx7EjOTp7DfIWb4UhCjUpRWkPSGb3LwhO0xrCaDxXHGC/dgIkSKT9p/AFyD1SyhQTSL7bBoY0epUUqCFEZqYken8tEiRbiqGUVPUSkEhjkAN7szweZPLJAJwwGzDp+8SJGbQjR0hKUhTCp+EddnPKB6iUg0ywlRK0kfNck9bUp3MSJEQdsSEpmnShpSUi4ertlt/U+0GGgBmsQKAguoZtyf8AcRIkatlCeoAo8tM0lQU4Sai55E4xDJWkS9wmzOkP2t13Lx5EhSBi9NanWSlLBgACD3vbvcxTWamaF0uyhm+G5frEiRokkhsJO1TqBCqWpLuc74GH6RJ04qX96t1vwsCT6ktbl+0SJEsVGnIFNqCpRwHCXO170+jwXU+IBCRKQVyytQUoguVNspTOw2ESJERbr5iPZunRUVKqKgpJUDgqyB2EPLQSVFbXFagkBkp2a28SJC6NgD8lLDid0mlGBzINsP6mEvEFqCEl3JsBgMd7f7iRIHzQIdl6QEBRNJosAKms73s+1oTXrUqlhKE0KS4WWz0SHtEiQXSYHmj0rhLpy7YJw3oH79opKkVLKABgp5Bx9XHtEiQCAy1XKBljxVFJ9wC/sIU1Kma7+hdx1PSJEiU7H0HNFMUlPCA554AG/Uk7wwrVFaqlLKgA5BABfAAd7HLxIkNbgZ329wEsWdzg3SNrACH9XPVMMshgCApKRjiwb4PaJEimthC69BUSaPr/AJiRIkY6mB//2Q==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0" y="1991491"/>
            <a:ext cx="1219199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Balanço de Radiação</a:t>
            </a:r>
          </a:p>
        </p:txBody>
      </p:sp>
      <p:sp>
        <p:nvSpPr>
          <p:cNvPr id="5" name="AutoShape 2" descr="http://portaldoprofessor.mec.gov.br/storage/discovirtual/aulas/1668/imagens/FOTOSSINTES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8" name="Picture 2" descr="http://www.scielo.br/img/revistas/pd/v23n4/27488f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" y="4541402"/>
            <a:ext cx="2438400" cy="1662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https://lh3.googleusercontent.com/-_-kXzGD0lGw/TYUZuVUU52I/AAAAAAAAAA8/Le2jpWoxmwY/s1600/van+helmo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271" y="4541403"/>
            <a:ext cx="3591057" cy="166278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http://nossaradio.net.br/imagens/noticias/3cc7eed66c7001c65766cf6793c791c4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329" y="4541402"/>
            <a:ext cx="2350230" cy="16627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http://simmakers.com/wp-content/uploads/2013/10/mathematical-models-development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285" y="4537858"/>
            <a:ext cx="3771714" cy="16663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m para ufla agronomia">
            <a:extLst>
              <a:ext uri="{FF2B5EF4-FFF2-40B4-BE49-F238E27FC236}">
                <a16:creationId xmlns:a16="http://schemas.microsoft.com/office/drawing/2014/main" id="{818F822D-D816-4B82-8697-D607B8958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" y="77594"/>
            <a:ext cx="2794003" cy="113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2B8028C3-B0FE-44D6-8750-DA6C44D09C9A}"/>
              </a:ext>
            </a:extLst>
          </p:cNvPr>
          <p:cNvSpPr txBox="1"/>
          <p:nvPr/>
        </p:nvSpPr>
        <p:spPr>
          <a:xfrm>
            <a:off x="-48672" y="3005949"/>
            <a:ext cx="12191999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OBRIGADO PELA ATENÇÃO!!!</a:t>
            </a:r>
            <a:endParaRPr lang="pt-BR" sz="1600" b="1" dirty="0">
              <a:solidFill>
                <a:srgbClr val="FF0000"/>
              </a:solidFill>
              <a:latin typeface="Baskerville Old Face" pitchFamily="18" charset="0"/>
              <a:cs typeface="Arial" pitchFamily="34" charset="0"/>
            </a:endParaRPr>
          </a:p>
        </p:txBody>
      </p:sp>
      <p:pic>
        <p:nvPicPr>
          <p:cNvPr id="23" name="Picture 2" descr="D:\Downloads\1.1.Versão ampliada - estilizada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405" y="77594"/>
            <a:ext cx="2187091" cy="94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398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186043</TotalTime>
  <Words>509</Words>
  <Application>Microsoft Office PowerPoint</Application>
  <PresentationFormat>Widescreen</PresentationFormat>
  <Paragraphs>86</Paragraphs>
  <Slides>11</Slides>
  <Notes>11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Arial</vt:lpstr>
      <vt:lpstr>Baskerville Old Face</vt:lpstr>
      <vt:lpstr>Calibri</vt:lpstr>
      <vt:lpstr>Calibri Light</vt:lpstr>
      <vt:lpstr>Helvetica-Bold</vt:lpstr>
      <vt:lpstr>Tema do Office</vt:lpstr>
      <vt:lpstr>2_Personalizar design</vt:lpstr>
      <vt:lpstr>1_Personalizar design</vt:lpstr>
      <vt:lpstr>Personalizar design</vt:lpstr>
      <vt:lpstr>Equação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Olivoto</dc:creator>
  <cp:lastModifiedBy>Felipe Schwerz</cp:lastModifiedBy>
  <cp:revision>894</cp:revision>
  <dcterms:created xsi:type="dcterms:W3CDTF">2015-03-10T00:44:54Z</dcterms:created>
  <dcterms:modified xsi:type="dcterms:W3CDTF">2024-10-22T18:23:31Z</dcterms:modified>
</cp:coreProperties>
</file>